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8" r:id="rId2"/>
    <p:sldId id="314" r:id="rId3"/>
    <p:sldId id="319" r:id="rId4"/>
    <p:sldId id="341" r:id="rId5"/>
    <p:sldId id="342" r:id="rId6"/>
    <p:sldId id="339" r:id="rId7"/>
    <p:sldId id="340" r:id="rId8"/>
    <p:sldId id="345" r:id="rId9"/>
    <p:sldId id="346" r:id="rId10"/>
    <p:sldId id="25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FFFF"/>
    <a:srgbClr val="B9B9B9"/>
    <a:srgbClr val="7F8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83241" autoAdjust="0"/>
  </p:normalViewPr>
  <p:slideViewPr>
    <p:cSldViewPr snapToGrid="0">
      <p:cViewPr varScale="1">
        <p:scale>
          <a:sx n="58" d="100"/>
          <a:sy n="58" d="100"/>
        </p:scale>
        <p:origin x="12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E5B3EC-8D39-4B35-80AA-7C7017CE5DA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BFE5E-3A2E-4A0F-89AD-3444F2ADA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36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>
          <a:extLst>
            <a:ext uri="{FF2B5EF4-FFF2-40B4-BE49-F238E27FC236}">
              <a16:creationId xmlns:a16="http://schemas.microsoft.com/office/drawing/2014/main" id="{A06AE053-FEDA-3B1C-DBD3-F8472FA07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c4de6460b_0_199:notes">
            <a:extLst>
              <a:ext uri="{FF2B5EF4-FFF2-40B4-BE49-F238E27FC236}">
                <a16:creationId xmlns:a16="http://schemas.microsoft.com/office/drawing/2014/main" id="{3F691A3B-4DDC-001B-D110-D94BB3F47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c4de6460b_0_199:notes">
            <a:extLst>
              <a:ext uri="{FF2B5EF4-FFF2-40B4-BE49-F238E27FC236}">
                <a16:creationId xmlns:a16="http://schemas.microsoft.com/office/drawing/2014/main" id="{69D7D610-3D19-E0E2-847C-153F96BD4F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559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>
          <a:extLst>
            <a:ext uri="{FF2B5EF4-FFF2-40B4-BE49-F238E27FC236}">
              <a16:creationId xmlns:a16="http://schemas.microsoft.com/office/drawing/2014/main" id="{DEBFE8EF-6945-DE03-2755-FBD4324B7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c4de6460b_0_199:notes">
            <a:extLst>
              <a:ext uri="{FF2B5EF4-FFF2-40B4-BE49-F238E27FC236}">
                <a16:creationId xmlns:a16="http://schemas.microsoft.com/office/drawing/2014/main" id="{716C44C6-84F0-D3B5-7DCE-6D788C368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c4de6460b_0_199:notes">
            <a:extLst>
              <a:ext uri="{FF2B5EF4-FFF2-40B4-BE49-F238E27FC236}">
                <a16:creationId xmlns:a16="http://schemas.microsoft.com/office/drawing/2014/main" id="{F104973E-BDEA-7E18-3B34-77D9FCC0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8093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>
          <a:extLst>
            <a:ext uri="{FF2B5EF4-FFF2-40B4-BE49-F238E27FC236}">
              <a16:creationId xmlns:a16="http://schemas.microsoft.com/office/drawing/2014/main" id="{9F146638-D8F6-C330-9C8B-F0747B225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c4de6460b_0_199:notes">
            <a:extLst>
              <a:ext uri="{FF2B5EF4-FFF2-40B4-BE49-F238E27FC236}">
                <a16:creationId xmlns:a16="http://schemas.microsoft.com/office/drawing/2014/main" id="{9B5B5ADE-BF80-FB4E-0D63-C02C64123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c4de6460b_0_199:notes">
            <a:extLst>
              <a:ext uri="{FF2B5EF4-FFF2-40B4-BE49-F238E27FC236}">
                <a16:creationId xmlns:a16="http://schemas.microsoft.com/office/drawing/2014/main" id="{A3B2A3C0-ABED-AA73-2289-0B4C2D3CE3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3839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>
          <a:extLst>
            <a:ext uri="{FF2B5EF4-FFF2-40B4-BE49-F238E27FC236}">
              <a16:creationId xmlns:a16="http://schemas.microsoft.com/office/drawing/2014/main" id="{C0B894A4-BD6A-3523-E1DD-3B9265F9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c4de6460b_0_199:notes">
            <a:extLst>
              <a:ext uri="{FF2B5EF4-FFF2-40B4-BE49-F238E27FC236}">
                <a16:creationId xmlns:a16="http://schemas.microsoft.com/office/drawing/2014/main" id="{A8A4546D-281A-2410-93A0-C1CB7F24A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c4de6460b_0_199:notes">
            <a:extLst>
              <a:ext uri="{FF2B5EF4-FFF2-40B4-BE49-F238E27FC236}">
                <a16:creationId xmlns:a16="http://schemas.microsoft.com/office/drawing/2014/main" id="{EDB90523-466B-9591-A223-B9123E3DB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6907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>
          <a:extLst>
            <a:ext uri="{FF2B5EF4-FFF2-40B4-BE49-F238E27FC236}">
              <a16:creationId xmlns:a16="http://schemas.microsoft.com/office/drawing/2014/main" id="{999216DE-95E8-1626-58E7-7BC7DC51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c4de6460b_0_199:notes">
            <a:extLst>
              <a:ext uri="{FF2B5EF4-FFF2-40B4-BE49-F238E27FC236}">
                <a16:creationId xmlns:a16="http://schemas.microsoft.com/office/drawing/2014/main" id="{5111CE3B-D3BE-8AA1-221B-B03B6268C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c4de6460b_0_199:notes">
            <a:extLst>
              <a:ext uri="{FF2B5EF4-FFF2-40B4-BE49-F238E27FC236}">
                <a16:creationId xmlns:a16="http://schemas.microsoft.com/office/drawing/2014/main" id="{6F9E80FC-CD80-7C42-0F1A-B1F2B7756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3614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>
          <a:extLst>
            <a:ext uri="{FF2B5EF4-FFF2-40B4-BE49-F238E27FC236}">
              <a16:creationId xmlns:a16="http://schemas.microsoft.com/office/drawing/2014/main" id="{D6497ECE-2D84-B06C-B536-8AF400AE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c4de6460b_0_199:notes">
            <a:extLst>
              <a:ext uri="{FF2B5EF4-FFF2-40B4-BE49-F238E27FC236}">
                <a16:creationId xmlns:a16="http://schemas.microsoft.com/office/drawing/2014/main" id="{08A72358-E889-6957-B866-05573D47BF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c4de6460b_0_199:notes">
            <a:extLst>
              <a:ext uri="{FF2B5EF4-FFF2-40B4-BE49-F238E27FC236}">
                <a16:creationId xmlns:a16="http://schemas.microsoft.com/office/drawing/2014/main" id="{1E6CF872-7639-2A57-8F99-794B85655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737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>
          <a:extLst>
            <a:ext uri="{FF2B5EF4-FFF2-40B4-BE49-F238E27FC236}">
              <a16:creationId xmlns:a16="http://schemas.microsoft.com/office/drawing/2014/main" id="{8F3DBD7B-BBB6-0ECF-E6C7-A039221D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c4de6460b_0_199:notes">
            <a:extLst>
              <a:ext uri="{FF2B5EF4-FFF2-40B4-BE49-F238E27FC236}">
                <a16:creationId xmlns:a16="http://schemas.microsoft.com/office/drawing/2014/main" id="{BD104B1C-7C90-154E-CE85-634FB0065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c4de6460b_0_199:notes">
            <a:extLst>
              <a:ext uri="{FF2B5EF4-FFF2-40B4-BE49-F238E27FC236}">
                <a16:creationId xmlns:a16="http://schemas.microsoft.com/office/drawing/2014/main" id="{7713D2E2-D32D-1BCB-F50E-A77BC7165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884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>
          <a:extLst>
            <a:ext uri="{FF2B5EF4-FFF2-40B4-BE49-F238E27FC236}">
              <a16:creationId xmlns:a16="http://schemas.microsoft.com/office/drawing/2014/main" id="{DE45F0CF-4F09-F4DB-0FD7-CBAE7F61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c4de6460b_0_199:notes">
            <a:extLst>
              <a:ext uri="{FF2B5EF4-FFF2-40B4-BE49-F238E27FC236}">
                <a16:creationId xmlns:a16="http://schemas.microsoft.com/office/drawing/2014/main" id="{DD8F4B65-C800-8862-42BF-BEE6BE859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c4de6460b_0_199:notes">
            <a:extLst>
              <a:ext uri="{FF2B5EF4-FFF2-40B4-BE49-F238E27FC236}">
                <a16:creationId xmlns:a16="http://schemas.microsoft.com/office/drawing/2014/main" id="{4D08F687-E212-0FB7-F4CB-31E727459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2204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81D8-C428-D29B-DD57-7452692B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CFCC6-0BCB-4ACF-6EEB-F48A48BC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77F4F-BC8E-CDEA-0781-2F444604C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C5670-6549-633C-031C-572B01182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33684-9E44-449F-BA5D-CCB6B03F0B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28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66801-0F80-34CB-7CFF-45BC67271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78C69-3A07-DF0F-907C-590AEBBA7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8AFA-8553-0202-CAFD-17EA585B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B00E-AE66-0325-B819-404789DD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460E-7897-FD74-C533-7EA63524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0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F920-8E43-A8C2-B314-5B03827B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42EA-7134-378E-69CE-AC313B8B9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7CC77-9F08-151D-72CE-EB44D137D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48130-6A16-5EAF-C34F-13DC15DC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88B3F-CF06-9F89-84D9-1211086A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5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2D69-9FCA-BAA3-15FC-D69A42F7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4B073-5C2A-9A2C-AD5A-365F486BD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DD66A-874E-924E-012F-B49C8B9B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8A435-1E55-FC66-9DC4-AFFF17B0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FB228-EBAA-B719-8709-FCD7EA8D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8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2976-F170-2E99-39C0-3151C1B8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B922B-32AA-A25B-2E6A-3EBC1A40C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D953C-27D7-EE0C-6EC5-7A7EC5E00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C785B-1A49-9776-DB36-D97D9E4D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21FB5-675F-9456-862F-7B0341A6F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5F0D1-3943-7458-9074-B8221385C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7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CD5B-6C05-ACE5-F79A-0C8F55AF7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4AC99-8C82-51C9-B8C4-483F2B841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1B5F7-D648-771D-3447-437952008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DE745-3671-27F7-EAA3-5183DD1DE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2C916-35FB-9669-DC52-45C123F1B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D11F4-E104-B4A3-679E-018EE0EA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268018-1B01-D499-C9F9-A00C0FF5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DCF0A-0138-A497-DCB7-C6A6E89F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B9D2F-188E-AA10-1926-9D54C88F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7F417-1BDD-8CCD-2B61-D3A20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149CC-7840-C5A6-D342-ECA25AE0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447F3-2BE0-B74B-9C13-728C2674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5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764EE-F862-AF9A-6AA9-CB910FDC9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B4623-9104-8153-4FE0-3733FD7A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2C428-E571-2D23-A039-11E594E4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3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0869-6C79-1BC2-D09D-E6108726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05434-D219-51AC-4869-43EC7EC6C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BE13C-039E-206C-F375-A5A5AB6C8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58A38-83E0-29BE-998A-D61E8841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E0EB7-0154-F984-EC3C-1D16D61BE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C89F0-6AF1-1BD3-0A31-6C0376C9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70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30DA-0B6E-6B04-9043-F5561680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8F3C37-3C8F-B5C6-78F2-1608AAC2D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56A75-D795-D2F9-1C4C-65E0E59D7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F1ACA-46A6-85E1-749E-F72D75E97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AB247-BFE5-C039-C662-94EFBA80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F4383-90E8-DBDD-F836-375DC1A1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3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869B-84DC-FC25-A93A-D1DC3A8A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A9489-B224-CCF9-BF6B-D86F7EB93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82C8C-2A3F-A8CB-D579-34C3F965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42113-28A7-97B3-2D65-977C2702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5501-DF6A-CBAE-A03B-C0EA6C36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6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F6C3C-24C5-BD12-17D7-6F2B31E41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183EF-B891-C3F2-59E8-476F06C8F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E6D00-2723-71C0-540A-7C4754A8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1EC72-E4B6-E758-FD54-4D0CC915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6192B-BF1D-B6D4-0334-51E8EA28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3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F09D7B-5012-D895-5341-17EC5574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6ECBC-381D-1A3C-4D0E-9F55C648F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96FDC-3C14-125E-01F0-9ADD31331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B5C46-7D23-4663-80DF-E392F2A69DB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8299A-2196-D456-18AB-3AEA8896C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6001-E4FD-7B27-361C-31EF34D17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9710C-A673-4330-ABA2-DBB58AED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3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egg.com/any-question-slide-for-ppt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22;p32">
            <a:extLst>
              <a:ext uri="{FF2B5EF4-FFF2-40B4-BE49-F238E27FC236}">
                <a16:creationId xmlns:a16="http://schemas.microsoft.com/office/drawing/2014/main" id="{EE305985-756D-AD41-8E0B-FD7E3FB54EF1}"/>
              </a:ext>
            </a:extLst>
          </p:cNvPr>
          <p:cNvSpPr txBox="1">
            <a:spLocks/>
          </p:cNvSpPr>
          <p:nvPr/>
        </p:nvSpPr>
        <p:spPr>
          <a:xfrm>
            <a:off x="1686600" y="1333011"/>
            <a:ext cx="8903600" cy="22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iro Devanagari Hindi"/>
              <a:buNone/>
              <a:defRPr sz="30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iro Devanagari Hindi"/>
              <a:buNone/>
              <a:defRPr sz="35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iro Devanagari Hindi"/>
              <a:buNone/>
              <a:defRPr sz="35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iro Devanagari Hindi"/>
              <a:buNone/>
              <a:defRPr sz="35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iro Devanagari Hindi"/>
              <a:buNone/>
              <a:defRPr sz="35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iro Devanagari Hindi"/>
              <a:buNone/>
              <a:defRPr sz="35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iro Devanagari Hindi"/>
              <a:buNone/>
              <a:defRPr sz="35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iro Devanagari Hindi"/>
              <a:buNone/>
              <a:defRPr sz="35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Tiro Devanagari Hindi"/>
              <a:buNone/>
              <a:defRPr sz="3500" b="0" i="0" u="none" strike="noStrike" cap="none">
                <a:solidFill>
                  <a:schemeClr val="dk2"/>
                </a:solidFill>
                <a:latin typeface="Tiro Devanagari Hindi"/>
                <a:ea typeface="Tiro Devanagari Hindi"/>
                <a:cs typeface="Tiro Devanagari Hindi"/>
                <a:sym typeface="Tiro Devanagari Hindi"/>
              </a:defRPr>
            </a:lvl9pPr>
          </a:lstStyle>
          <a:p>
            <a:r>
              <a:rPr lang="en-US" sz="3600" b="1" dirty="0"/>
              <a:t>Heart Rate Detection from </a:t>
            </a:r>
            <a:r>
              <a:rPr lang="en-US" sz="3600" b="1" dirty="0" err="1"/>
              <a:t>Ballistocardiogram</a:t>
            </a:r>
            <a:r>
              <a:rPr lang="en-US" sz="3600" b="1" dirty="0"/>
              <a:t> Signals: A Julia Implementation </a:t>
            </a:r>
            <a:endParaRPr lang="en-US" sz="4800" b="1" dirty="0"/>
          </a:p>
        </p:txBody>
      </p:sp>
      <p:sp>
        <p:nvSpPr>
          <p:cNvPr id="6" name="Google Shape;823;p32">
            <a:extLst>
              <a:ext uri="{FF2B5EF4-FFF2-40B4-BE49-F238E27FC236}">
                <a16:creationId xmlns:a16="http://schemas.microsoft.com/office/drawing/2014/main" id="{25B3E622-92AE-0B7B-A638-BB2F882A676D}"/>
              </a:ext>
            </a:extLst>
          </p:cNvPr>
          <p:cNvSpPr txBox="1">
            <a:spLocks/>
          </p:cNvSpPr>
          <p:nvPr/>
        </p:nvSpPr>
        <p:spPr>
          <a:xfrm>
            <a:off x="3119233" y="4158561"/>
            <a:ext cx="6038400" cy="63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67" b="1" dirty="0">
                <a:solidFill>
                  <a:srgbClr val="44546A"/>
                </a:solidFill>
              </a:rPr>
              <a:t>Presented by: Heba Ahmed Magdy</a:t>
            </a:r>
          </a:p>
        </p:txBody>
      </p:sp>
      <p:cxnSp>
        <p:nvCxnSpPr>
          <p:cNvPr id="8" name="Google Shape;824;p32">
            <a:extLst>
              <a:ext uri="{FF2B5EF4-FFF2-40B4-BE49-F238E27FC236}">
                <a16:creationId xmlns:a16="http://schemas.microsoft.com/office/drawing/2014/main" id="{5BBF5E45-8A33-536A-45AA-E3080C5A096A}"/>
              </a:ext>
            </a:extLst>
          </p:cNvPr>
          <p:cNvCxnSpPr/>
          <p:nvPr/>
        </p:nvCxnSpPr>
        <p:spPr>
          <a:xfrm>
            <a:off x="3386533" y="3840261"/>
            <a:ext cx="5295600" cy="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diamond" w="med" len="med"/>
            <a:tailEnd type="diamond" w="med" len="med"/>
          </a:ln>
        </p:spPr>
      </p:cxnSp>
    </p:spTree>
    <p:extLst>
      <p:ext uri="{BB962C8B-B14F-4D97-AF65-F5344CB8AC3E}">
        <p14:creationId xmlns:p14="http://schemas.microsoft.com/office/powerpoint/2010/main" val="358426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>
          <a:extLst>
            <a:ext uri="{FF2B5EF4-FFF2-40B4-BE49-F238E27FC236}">
              <a16:creationId xmlns:a16="http://schemas.microsoft.com/office/drawing/2014/main" id="{C0E5B6B9-CC2B-15CB-1114-FB4DB1DF2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29;p33">
            <a:extLst>
              <a:ext uri="{FF2B5EF4-FFF2-40B4-BE49-F238E27FC236}">
                <a16:creationId xmlns:a16="http://schemas.microsoft.com/office/drawing/2014/main" id="{729D5777-A740-4B15-1D64-618986A5C9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3283" y="233074"/>
            <a:ext cx="10270067" cy="76411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>
                <a:solidFill>
                  <a:srgbClr val="44546A"/>
                </a:solidFill>
              </a:rPr>
              <a:t>Outline</a:t>
            </a:r>
            <a:endParaRPr lang="en-US" dirty="0">
              <a:solidFill>
                <a:srgbClr val="44546A"/>
              </a:solidFill>
            </a:endParaRPr>
          </a:p>
        </p:txBody>
      </p:sp>
      <p:cxnSp>
        <p:nvCxnSpPr>
          <p:cNvPr id="6" name="Google Shape;824;p32">
            <a:extLst>
              <a:ext uri="{FF2B5EF4-FFF2-40B4-BE49-F238E27FC236}">
                <a16:creationId xmlns:a16="http://schemas.microsoft.com/office/drawing/2014/main" id="{161BA56E-208A-8876-EDB8-6B3616A3B064}"/>
              </a:ext>
            </a:extLst>
          </p:cNvPr>
          <p:cNvCxnSpPr/>
          <p:nvPr/>
        </p:nvCxnSpPr>
        <p:spPr>
          <a:xfrm>
            <a:off x="3569977" y="998604"/>
            <a:ext cx="5295600" cy="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10" name="Google Shape;840;p34">
            <a:extLst>
              <a:ext uri="{FF2B5EF4-FFF2-40B4-BE49-F238E27FC236}">
                <a16:creationId xmlns:a16="http://schemas.microsoft.com/office/drawing/2014/main" id="{BABE7404-D7AF-35EB-BBA8-9DFE8B5FB283}"/>
              </a:ext>
            </a:extLst>
          </p:cNvPr>
          <p:cNvSpPr txBox="1">
            <a:spLocks/>
          </p:cNvSpPr>
          <p:nvPr/>
        </p:nvSpPr>
        <p:spPr>
          <a:xfrm>
            <a:off x="589379" y="1714742"/>
            <a:ext cx="11004443" cy="4446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0990" indent="-380990">
              <a:spcAft>
                <a:spcPts val="500"/>
              </a:spcAft>
              <a:buChar char="•"/>
            </a:pPr>
            <a:r>
              <a:rPr lang="en-US" sz="2200" dirty="0">
                <a:solidFill>
                  <a:srgbClr val="44546A"/>
                </a:solidFill>
              </a:rPr>
              <a:t>Introduction</a:t>
            </a:r>
          </a:p>
          <a:p>
            <a:pPr marL="380990" indent="-380990">
              <a:spcAft>
                <a:spcPts val="500"/>
              </a:spcAft>
              <a:buChar char="•"/>
            </a:pPr>
            <a:r>
              <a:rPr lang="en-US" sz="2200" dirty="0">
                <a:solidFill>
                  <a:srgbClr val="44546A"/>
                </a:solidFill>
              </a:rPr>
              <a:t>Environment Setup</a:t>
            </a:r>
          </a:p>
          <a:p>
            <a:pPr marL="380990" indent="-380990">
              <a:spcAft>
                <a:spcPts val="500"/>
              </a:spcAft>
              <a:buChar char="•"/>
            </a:pPr>
            <a:r>
              <a:rPr lang="en-US" sz="2200" dirty="0">
                <a:solidFill>
                  <a:srgbClr val="44546A"/>
                </a:solidFill>
              </a:rPr>
              <a:t>Implementation</a:t>
            </a:r>
          </a:p>
          <a:p>
            <a:pPr marL="380990" indent="-380990">
              <a:spcAft>
                <a:spcPts val="500"/>
              </a:spcAft>
              <a:buChar char="•"/>
            </a:pPr>
            <a:r>
              <a:rPr lang="en-US" sz="2200" dirty="0">
                <a:solidFill>
                  <a:srgbClr val="44546A"/>
                </a:solidFill>
              </a:rPr>
              <a:t>Evaluation Metrics</a:t>
            </a:r>
          </a:p>
          <a:p>
            <a:pPr marL="380990" indent="-380990">
              <a:buChar char="•"/>
            </a:pPr>
            <a:endParaRPr lang="en-US" sz="1867" dirty="0">
              <a:solidFill>
                <a:srgbClr val="44546A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09CDF6-BA76-B819-A88E-08781903DA78}"/>
              </a:ext>
            </a:extLst>
          </p:cNvPr>
          <p:cNvSpPr/>
          <p:nvPr/>
        </p:nvSpPr>
        <p:spPr>
          <a:xfrm>
            <a:off x="53926" y="63304"/>
            <a:ext cx="12084148" cy="6731391"/>
          </a:xfrm>
          <a:prstGeom prst="rect">
            <a:avLst/>
          </a:prstGeom>
          <a:noFill/>
          <a:ln w="57150">
            <a:solidFill>
              <a:srgbClr val="44546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9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>
          <a:extLst>
            <a:ext uri="{FF2B5EF4-FFF2-40B4-BE49-F238E27FC236}">
              <a16:creationId xmlns:a16="http://schemas.microsoft.com/office/drawing/2014/main" id="{495C7E65-E282-F618-806A-8CFD307D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29;p33">
            <a:extLst>
              <a:ext uri="{FF2B5EF4-FFF2-40B4-BE49-F238E27FC236}">
                <a16:creationId xmlns:a16="http://schemas.microsoft.com/office/drawing/2014/main" id="{1ADB7CB3-6103-6A59-341A-657D8FF476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  <a:endParaRPr lang="en" sz="2133" dirty="0">
              <a:solidFill>
                <a:schemeClr val="bg1"/>
              </a:solidFill>
            </a:endParaRPr>
          </a:p>
        </p:txBody>
      </p:sp>
      <p:sp>
        <p:nvSpPr>
          <p:cNvPr id="10" name="Google Shape;840;p34">
            <a:extLst>
              <a:ext uri="{FF2B5EF4-FFF2-40B4-BE49-F238E27FC236}">
                <a16:creationId xmlns:a16="http://schemas.microsoft.com/office/drawing/2014/main" id="{2135F6EF-11BB-B018-E499-9EDE90349FD0}"/>
              </a:ext>
            </a:extLst>
          </p:cNvPr>
          <p:cNvSpPr txBox="1">
            <a:spLocks/>
          </p:cNvSpPr>
          <p:nvPr/>
        </p:nvSpPr>
        <p:spPr>
          <a:xfrm>
            <a:off x="359341" y="1542214"/>
            <a:ext cx="11263235" cy="4446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0990" indent="-380990" algn="just">
              <a:spcAft>
                <a:spcPts val="1000"/>
              </a:spcAft>
              <a:buChar char="•"/>
            </a:pPr>
            <a:r>
              <a:rPr lang="en-US" sz="2200" dirty="0"/>
              <a:t>Estimate Heart Rate (HR) from </a:t>
            </a:r>
            <a:r>
              <a:rPr lang="en-US" sz="2200" dirty="0" err="1"/>
              <a:t>Ballistocardiography</a:t>
            </a:r>
            <a:r>
              <a:rPr lang="en-US" sz="2200" dirty="0"/>
              <a:t> (BCG) signals, then statistically evaluate the estimation accuracy against reference ECG recordings across multiple patients.</a:t>
            </a:r>
          </a:p>
          <a:p>
            <a:pPr marL="380990" indent="-380990" algn="just">
              <a:spcAft>
                <a:spcPts val="1000"/>
              </a:spcAft>
              <a:buChar char="•"/>
            </a:pPr>
            <a:r>
              <a:rPr lang="en-US" sz="2200" dirty="0"/>
              <a:t>This project is implemented in </a:t>
            </a:r>
            <a:r>
              <a:rPr lang="en-US" sz="2200" b="1" dirty="0"/>
              <a:t>Julia</a:t>
            </a:r>
            <a:r>
              <a:rPr lang="en-US" sz="2200" dirty="0"/>
              <a:t>, based on an existing reference pipeline originally written in Python and published on Code Ocean.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BEDD9CCE-B5E6-5C04-B076-72320485F47A}"/>
              </a:ext>
            </a:extLst>
          </p:cNvPr>
          <p:cNvSpPr/>
          <p:nvPr/>
        </p:nvSpPr>
        <p:spPr>
          <a:xfrm>
            <a:off x="0" y="681560"/>
            <a:ext cx="3021496" cy="484632"/>
          </a:xfrm>
          <a:prstGeom prst="homePlat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Introduction</a:t>
            </a:r>
          </a:p>
        </p:txBody>
      </p:sp>
    </p:spTree>
    <p:extLst>
      <p:ext uri="{BB962C8B-B14F-4D97-AF65-F5344CB8AC3E}">
        <p14:creationId xmlns:p14="http://schemas.microsoft.com/office/powerpoint/2010/main" val="15852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>
          <a:extLst>
            <a:ext uri="{FF2B5EF4-FFF2-40B4-BE49-F238E27FC236}">
              <a16:creationId xmlns:a16="http://schemas.microsoft.com/office/drawing/2014/main" id="{AF947FDB-2DD2-4901-13F6-4C0F6A08B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29;p33">
            <a:extLst>
              <a:ext uri="{FF2B5EF4-FFF2-40B4-BE49-F238E27FC236}">
                <a16:creationId xmlns:a16="http://schemas.microsoft.com/office/drawing/2014/main" id="{F7D84D96-DFF4-7D26-6B8C-9952A631E7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  <a:endParaRPr lang="en" sz="2133" dirty="0">
              <a:solidFill>
                <a:schemeClr val="bg1"/>
              </a:solidFill>
            </a:endParaRPr>
          </a:p>
        </p:txBody>
      </p:sp>
      <p:sp>
        <p:nvSpPr>
          <p:cNvPr id="10" name="Google Shape;840;p34">
            <a:extLst>
              <a:ext uri="{FF2B5EF4-FFF2-40B4-BE49-F238E27FC236}">
                <a16:creationId xmlns:a16="http://schemas.microsoft.com/office/drawing/2014/main" id="{359ACC2F-8803-59BB-25F6-AA330CF2056D}"/>
              </a:ext>
            </a:extLst>
          </p:cNvPr>
          <p:cNvSpPr txBox="1">
            <a:spLocks/>
          </p:cNvSpPr>
          <p:nvPr/>
        </p:nvSpPr>
        <p:spPr>
          <a:xfrm>
            <a:off x="359341" y="1542214"/>
            <a:ext cx="11263235" cy="4446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0990" indent="-380990" algn="just">
              <a:spcAft>
                <a:spcPts val="1000"/>
              </a:spcAft>
              <a:buChar char="•"/>
            </a:pPr>
            <a:r>
              <a:rPr lang="en-US" sz="2200" dirty="0"/>
              <a:t>Installed VMware Workstation Pro to create a virtual machine environment.</a:t>
            </a:r>
          </a:p>
          <a:p>
            <a:pPr marL="380990" indent="-380990" algn="just">
              <a:spcAft>
                <a:spcPts val="1000"/>
              </a:spcAft>
              <a:buChar char="•"/>
            </a:pPr>
            <a:r>
              <a:rPr lang="en-US" sz="2200" dirty="0"/>
              <a:t>Mounted and configured Ubuntu Linux on VMware.</a:t>
            </a:r>
          </a:p>
          <a:p>
            <a:pPr marL="380990" indent="-380990" algn="just">
              <a:spcAft>
                <a:spcPts val="1000"/>
              </a:spcAft>
              <a:buChar char="•"/>
            </a:pPr>
            <a:r>
              <a:rPr lang="en-US" sz="2200" dirty="0"/>
              <a:t>Installed Julia on Ubuntu.</a:t>
            </a:r>
          </a:p>
          <a:p>
            <a:pPr marL="380990" indent="-380990" algn="just">
              <a:spcAft>
                <a:spcPts val="1000"/>
              </a:spcAft>
              <a:buChar char="•"/>
            </a:pPr>
            <a:r>
              <a:rPr lang="en-US" sz="2200" dirty="0"/>
              <a:t>Used the Julia REPL (Read–Eval–Print Loop) to run and test Julia scripts.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C320B64E-21CA-CAC2-389D-2E9C9E45D53C}"/>
              </a:ext>
            </a:extLst>
          </p:cNvPr>
          <p:cNvSpPr/>
          <p:nvPr/>
        </p:nvSpPr>
        <p:spPr>
          <a:xfrm>
            <a:off x="0" y="681560"/>
            <a:ext cx="3940234" cy="484632"/>
          </a:xfrm>
          <a:prstGeom prst="homePlat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 Setup</a:t>
            </a:r>
            <a:endParaRPr lang="e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83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>
          <a:extLst>
            <a:ext uri="{FF2B5EF4-FFF2-40B4-BE49-F238E27FC236}">
              <a16:creationId xmlns:a16="http://schemas.microsoft.com/office/drawing/2014/main" id="{B8BE4E41-AF35-24EF-56ED-0482303C9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29;p33">
            <a:extLst>
              <a:ext uri="{FF2B5EF4-FFF2-40B4-BE49-F238E27FC236}">
                <a16:creationId xmlns:a16="http://schemas.microsoft.com/office/drawing/2014/main" id="{9B7204A0-F9E9-7595-0B37-365220D82D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  <a:endParaRPr lang="en" sz="2133" dirty="0">
              <a:solidFill>
                <a:schemeClr val="bg1"/>
              </a:solidFill>
            </a:endParaRPr>
          </a:p>
        </p:txBody>
      </p:sp>
      <p:sp>
        <p:nvSpPr>
          <p:cNvPr id="10" name="Google Shape;840;p34">
            <a:extLst>
              <a:ext uri="{FF2B5EF4-FFF2-40B4-BE49-F238E27FC236}">
                <a16:creationId xmlns:a16="http://schemas.microsoft.com/office/drawing/2014/main" id="{01553493-91EC-6AC1-7A65-41A227698C98}"/>
              </a:ext>
            </a:extLst>
          </p:cNvPr>
          <p:cNvSpPr txBox="1">
            <a:spLocks/>
          </p:cNvSpPr>
          <p:nvPr/>
        </p:nvSpPr>
        <p:spPr>
          <a:xfrm>
            <a:off x="359341" y="1542214"/>
            <a:ext cx="11263235" cy="4446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0990" indent="-380990" algn="just">
              <a:spcAft>
                <a:spcPts val="1000"/>
              </a:spcAft>
              <a:buChar char="•"/>
            </a:pPr>
            <a:endParaRPr lang="en-US" sz="2200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A43B35C5-7763-631D-AB71-9A71773717AF}"/>
              </a:ext>
            </a:extLst>
          </p:cNvPr>
          <p:cNvSpPr/>
          <p:nvPr/>
        </p:nvSpPr>
        <p:spPr>
          <a:xfrm>
            <a:off x="0" y="681560"/>
            <a:ext cx="3940234" cy="484632"/>
          </a:xfrm>
          <a:prstGeom prst="homePlat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 Setup</a:t>
            </a:r>
            <a:endParaRPr lang="e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3AD83-B6D7-09B9-CC47-385BA41E3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83" y="1166192"/>
            <a:ext cx="5223558" cy="4822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E0B9FB-F50E-25E2-B742-87A58A269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349" y="1166192"/>
            <a:ext cx="6482568" cy="482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9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>
          <a:extLst>
            <a:ext uri="{FF2B5EF4-FFF2-40B4-BE49-F238E27FC236}">
              <a16:creationId xmlns:a16="http://schemas.microsoft.com/office/drawing/2014/main" id="{F353D797-F309-A865-B9D5-DE9D2471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29;p33">
            <a:extLst>
              <a:ext uri="{FF2B5EF4-FFF2-40B4-BE49-F238E27FC236}">
                <a16:creationId xmlns:a16="http://schemas.microsoft.com/office/drawing/2014/main" id="{90B29D33-09A0-7FBB-736E-D03A02E709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</a:p>
        </p:txBody>
      </p:sp>
      <p:sp>
        <p:nvSpPr>
          <p:cNvPr id="10" name="Google Shape;840;p34">
            <a:extLst>
              <a:ext uri="{FF2B5EF4-FFF2-40B4-BE49-F238E27FC236}">
                <a16:creationId xmlns:a16="http://schemas.microsoft.com/office/drawing/2014/main" id="{DB838031-0F5E-9B33-6CE1-DF6E56BE1057}"/>
              </a:ext>
            </a:extLst>
          </p:cNvPr>
          <p:cNvSpPr txBox="1">
            <a:spLocks/>
          </p:cNvSpPr>
          <p:nvPr/>
        </p:nvSpPr>
        <p:spPr>
          <a:xfrm>
            <a:off x="359341" y="1542214"/>
            <a:ext cx="11263235" cy="4446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spcAft>
                <a:spcPts val="1000"/>
              </a:spcAft>
            </a:pPr>
            <a:r>
              <a:rPr lang="en-US" sz="2000" dirty="0"/>
              <a:t>1. Convert reference code (from Code Ocean) to Julia</a:t>
            </a:r>
          </a:p>
          <a:p>
            <a:pPr algn="just">
              <a:spcAft>
                <a:spcPts val="1000"/>
              </a:spcAft>
            </a:pPr>
            <a:r>
              <a:rPr lang="en-US" sz="2000" dirty="0"/>
              <a:t>     └── Using single BCG sample data file (fs = 50 Hz)</a:t>
            </a:r>
          </a:p>
          <a:p>
            <a:pPr algn="just">
              <a:spcAft>
                <a:spcPts val="1000"/>
              </a:spcAft>
            </a:pPr>
            <a:r>
              <a:rPr lang="en-US" sz="2000" dirty="0"/>
              <a:t>2. Modular code design</a:t>
            </a:r>
          </a:p>
          <a:p>
            <a:pPr algn="just">
              <a:spcAft>
                <a:spcPts val="1000"/>
              </a:spcAft>
            </a:pPr>
            <a:r>
              <a:rPr lang="en-US" sz="2000" dirty="0"/>
              <a:t>     └── Each processing stage implemented as an independent, reusable function</a:t>
            </a:r>
          </a:p>
          <a:p>
            <a:pPr algn="just">
              <a:spcAft>
                <a:spcPts val="1000"/>
              </a:spcAft>
            </a:pPr>
            <a:r>
              <a:rPr lang="en-US" sz="1800" dirty="0"/>
              <a:t>               ├── Entry point : “</a:t>
            </a:r>
            <a:r>
              <a:rPr lang="en-US" sz="1800" dirty="0" err="1"/>
              <a:t>mainEntry.jl</a:t>
            </a:r>
            <a:r>
              <a:rPr lang="en-US" sz="1800" dirty="0"/>
              <a:t>”</a:t>
            </a:r>
          </a:p>
          <a:p>
            <a:pPr algn="just">
              <a:spcAft>
                <a:spcPts val="1000"/>
              </a:spcAft>
            </a:pPr>
            <a:r>
              <a:rPr lang="en-US" sz="1800" dirty="0"/>
              <a:t>               ├── Signal processing : “</a:t>
            </a:r>
            <a:r>
              <a:rPr lang="en-US" sz="1800" dirty="0" err="1"/>
              <a:t>data_preprocessing.jl</a:t>
            </a:r>
            <a:r>
              <a:rPr lang="en-US" sz="1800" dirty="0"/>
              <a:t>” 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               └── Evaluation : “</a:t>
            </a:r>
            <a:r>
              <a:rPr lang="en-US" sz="1800" dirty="0" err="1"/>
              <a:t>metrics_computation.jl</a:t>
            </a:r>
            <a:r>
              <a:rPr lang="en-US" sz="1800" dirty="0"/>
              <a:t>”,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 			”</a:t>
            </a:r>
            <a:r>
              <a:rPr lang="en-US" sz="1800" dirty="0" err="1"/>
              <a:t>p_value_calculations.jl</a:t>
            </a:r>
            <a:r>
              <a:rPr lang="en-US" sz="1800" dirty="0"/>
              <a:t>”,                                      				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			“</a:t>
            </a:r>
            <a:r>
              <a:rPr lang="en-US" sz="1800" dirty="0" err="1"/>
              <a:t>pearson_relation_coeff.jl</a:t>
            </a:r>
            <a:r>
              <a:rPr lang="en-US" sz="1800" dirty="0"/>
              <a:t>”,</a:t>
            </a:r>
          </a:p>
          <a:p>
            <a:pPr>
              <a:spcAft>
                <a:spcPts val="1000"/>
              </a:spcAft>
            </a:pPr>
            <a:r>
              <a:rPr lang="en-US" sz="1800" dirty="0"/>
              <a:t>			”</a:t>
            </a:r>
            <a:r>
              <a:rPr lang="en-US" sz="1800" dirty="0" err="1"/>
              <a:t>regression_plot_and_bland_altman_plot.jl</a:t>
            </a:r>
            <a:r>
              <a:rPr lang="en-US" sz="1800" dirty="0"/>
              <a:t>”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0E24EDC-5585-47F3-46A5-CD312D06B112}"/>
              </a:ext>
            </a:extLst>
          </p:cNvPr>
          <p:cNvSpPr/>
          <p:nvPr/>
        </p:nvSpPr>
        <p:spPr>
          <a:xfrm>
            <a:off x="-1" y="681560"/>
            <a:ext cx="4871259" cy="484632"/>
          </a:xfrm>
          <a:prstGeom prst="homePlat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(Phase1)</a:t>
            </a:r>
            <a:endParaRPr lang="e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26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>
          <a:extLst>
            <a:ext uri="{FF2B5EF4-FFF2-40B4-BE49-F238E27FC236}">
              <a16:creationId xmlns:a16="http://schemas.microsoft.com/office/drawing/2014/main" id="{6B52002A-989A-133D-D750-93C55CFE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29;p33">
            <a:extLst>
              <a:ext uri="{FF2B5EF4-FFF2-40B4-BE49-F238E27FC236}">
                <a16:creationId xmlns:a16="http://schemas.microsoft.com/office/drawing/2014/main" id="{A534E17C-09A3-51A9-24EE-787D4B81C5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</a:p>
        </p:txBody>
      </p:sp>
      <p:sp>
        <p:nvSpPr>
          <p:cNvPr id="10" name="Google Shape;840;p34">
            <a:extLst>
              <a:ext uri="{FF2B5EF4-FFF2-40B4-BE49-F238E27FC236}">
                <a16:creationId xmlns:a16="http://schemas.microsoft.com/office/drawing/2014/main" id="{0FC56053-1E66-BF91-7018-20C14A38ED22}"/>
              </a:ext>
            </a:extLst>
          </p:cNvPr>
          <p:cNvSpPr txBox="1">
            <a:spLocks/>
          </p:cNvSpPr>
          <p:nvPr/>
        </p:nvSpPr>
        <p:spPr>
          <a:xfrm>
            <a:off x="359341" y="1542214"/>
            <a:ext cx="11263235" cy="4446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spcAft>
                <a:spcPts val="1000"/>
              </a:spcAft>
            </a:pPr>
            <a:r>
              <a:rPr lang="en-US" sz="2000" dirty="0"/>
              <a:t>1. Run the obtained Julia code on a single file from the new dataset</a:t>
            </a:r>
          </a:p>
          <a:p>
            <a:pPr algn="just">
              <a:spcAft>
                <a:spcPts val="1000"/>
              </a:spcAft>
            </a:pPr>
            <a:r>
              <a:rPr lang="en-US" sz="2000" dirty="0"/>
              <a:t>             └── Single file validation (fs = 140 Hz)</a:t>
            </a:r>
          </a:p>
          <a:p>
            <a:pPr algn="just">
              <a:spcAft>
                <a:spcPts val="1000"/>
              </a:spcAft>
            </a:pPr>
            <a:r>
              <a:rPr lang="en-US" sz="2000" dirty="0"/>
              <a:t>2. Run the code across all patients from the new dataset</a:t>
            </a:r>
          </a:p>
          <a:p>
            <a:pPr algn="just">
              <a:spcAft>
                <a:spcPts val="1000"/>
              </a:spcAft>
            </a:pPr>
            <a:r>
              <a:rPr lang="en-US" sz="2000" dirty="0"/>
              <a:t>3. Calculate metrics by comparing BCG-estimated HR against reference ECG signals</a:t>
            </a:r>
          </a:p>
          <a:p>
            <a:pPr algn="just">
              <a:spcAft>
                <a:spcPts val="1000"/>
              </a:spcAft>
            </a:pPr>
            <a:r>
              <a:rPr lang="en-US" sz="2000" dirty="0"/>
              <a:t>             └── MAE, RMSE, MAPE, Pearson r, p-value, Regression Plot, Bland-Altman Plot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DB4E20FE-3CAD-300C-715E-E4B1AF2D1713}"/>
              </a:ext>
            </a:extLst>
          </p:cNvPr>
          <p:cNvSpPr/>
          <p:nvPr/>
        </p:nvSpPr>
        <p:spPr>
          <a:xfrm>
            <a:off x="0" y="681560"/>
            <a:ext cx="5087390" cy="484632"/>
          </a:xfrm>
          <a:prstGeom prst="homePlat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(Phase 2)</a:t>
            </a:r>
            <a:endParaRPr lang="e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24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>
          <a:extLst>
            <a:ext uri="{FF2B5EF4-FFF2-40B4-BE49-F238E27FC236}">
              <a16:creationId xmlns:a16="http://schemas.microsoft.com/office/drawing/2014/main" id="{F70CDF60-F654-9FBA-BC0C-B235BB32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29;p33">
            <a:extLst>
              <a:ext uri="{FF2B5EF4-FFF2-40B4-BE49-F238E27FC236}">
                <a16:creationId xmlns:a16="http://schemas.microsoft.com/office/drawing/2014/main" id="{211E409A-6EED-6703-4A9D-E83E4B5D3A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</a:p>
        </p:txBody>
      </p:sp>
      <p:sp>
        <p:nvSpPr>
          <p:cNvPr id="10" name="Google Shape;840;p34">
            <a:extLst>
              <a:ext uri="{FF2B5EF4-FFF2-40B4-BE49-F238E27FC236}">
                <a16:creationId xmlns:a16="http://schemas.microsoft.com/office/drawing/2014/main" id="{1797C926-3B2F-9559-4E70-E10C7A710863}"/>
              </a:ext>
            </a:extLst>
          </p:cNvPr>
          <p:cNvSpPr txBox="1">
            <a:spLocks/>
          </p:cNvSpPr>
          <p:nvPr/>
        </p:nvSpPr>
        <p:spPr>
          <a:xfrm>
            <a:off x="359341" y="1542214"/>
            <a:ext cx="11263235" cy="4446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spcAft>
                <a:spcPts val="1000"/>
              </a:spcAft>
            </a:pPr>
            <a:endParaRPr lang="en-US" sz="2000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E6C8D0D6-323D-3B47-3A8C-53877FC7862D}"/>
              </a:ext>
            </a:extLst>
          </p:cNvPr>
          <p:cNvSpPr/>
          <p:nvPr/>
        </p:nvSpPr>
        <p:spPr>
          <a:xfrm>
            <a:off x="0" y="681560"/>
            <a:ext cx="3990109" cy="484632"/>
          </a:xfrm>
          <a:prstGeom prst="homePlat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Metrics</a:t>
            </a:r>
            <a:endParaRPr lang="e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24EBC4-DE9C-CE83-EBDD-CB37C7EA8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828549"/>
              </p:ext>
            </p:extLst>
          </p:nvPr>
        </p:nvGraphicFramePr>
        <p:xfrm>
          <a:off x="1926958" y="2329053"/>
          <a:ext cx="8128000" cy="1860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751742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27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842484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91948868"/>
                    </a:ext>
                  </a:extLst>
                </a:gridCol>
              </a:tblGrid>
              <a:tr h="4651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295497"/>
                  </a:ext>
                </a:extLst>
              </a:tr>
              <a:tr h="4651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24.642 bpm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Pearson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−0.5694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358448"/>
                  </a:ext>
                </a:extLst>
              </a:tr>
              <a:tr h="4651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26.348 bpm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t-stat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−3.0977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364357"/>
                  </a:ext>
                </a:extLst>
              </a:tr>
              <a:tr h="4651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42.339 %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p-value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0.002837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984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37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>
          <a:extLst>
            <a:ext uri="{FF2B5EF4-FFF2-40B4-BE49-F238E27FC236}">
              <a16:creationId xmlns:a16="http://schemas.microsoft.com/office/drawing/2014/main" id="{29979602-0F8D-B171-0A8F-F0D2C4A0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29;p33">
            <a:extLst>
              <a:ext uri="{FF2B5EF4-FFF2-40B4-BE49-F238E27FC236}">
                <a16:creationId xmlns:a16="http://schemas.microsoft.com/office/drawing/2014/main" id="{C1A29A72-60C3-291A-BB39-B3935B2C3E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</a:p>
        </p:txBody>
      </p:sp>
      <p:sp>
        <p:nvSpPr>
          <p:cNvPr id="10" name="Google Shape;840;p34">
            <a:extLst>
              <a:ext uri="{FF2B5EF4-FFF2-40B4-BE49-F238E27FC236}">
                <a16:creationId xmlns:a16="http://schemas.microsoft.com/office/drawing/2014/main" id="{E182C4C8-F530-7575-E6FE-6809A9223424}"/>
              </a:ext>
            </a:extLst>
          </p:cNvPr>
          <p:cNvSpPr txBox="1">
            <a:spLocks/>
          </p:cNvSpPr>
          <p:nvPr/>
        </p:nvSpPr>
        <p:spPr>
          <a:xfrm>
            <a:off x="359341" y="1542214"/>
            <a:ext cx="11263235" cy="4446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spcAft>
                <a:spcPts val="1000"/>
              </a:spcAft>
            </a:pPr>
            <a:endParaRPr lang="en-US" sz="2000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141F0919-184E-7293-2082-55C46E22C268}"/>
              </a:ext>
            </a:extLst>
          </p:cNvPr>
          <p:cNvSpPr/>
          <p:nvPr/>
        </p:nvSpPr>
        <p:spPr>
          <a:xfrm>
            <a:off x="0" y="681560"/>
            <a:ext cx="6899564" cy="484632"/>
          </a:xfrm>
          <a:prstGeom prst="homePlat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Regression plot and Bland–Altman plot </a:t>
            </a:r>
            <a:endParaRPr lang="e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B30B87-9E54-7CB4-5763-D1BFDAD8C8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30" y="1818358"/>
            <a:ext cx="10403340" cy="38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75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62CA-8F04-583D-D6C6-1EB5C2375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8DD48034-13EF-9FC6-F245-2ED00236D227}"/>
              </a:ext>
            </a:extLst>
          </p:cNvPr>
          <p:cNvGrpSpPr/>
          <p:nvPr/>
        </p:nvGrpSpPr>
        <p:grpSpPr>
          <a:xfrm>
            <a:off x="729574" y="840658"/>
            <a:ext cx="5896858" cy="5582780"/>
            <a:chOff x="3550291" y="860899"/>
            <a:chExt cx="5076805" cy="515602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D2E9D82-A389-AD02-7CB6-6C861484373F}"/>
                </a:ext>
              </a:extLst>
            </p:cNvPr>
            <p:cNvSpPr/>
            <p:nvPr/>
          </p:nvSpPr>
          <p:spPr>
            <a:xfrm>
              <a:off x="3550291" y="916420"/>
              <a:ext cx="5076805" cy="5100507"/>
            </a:xfrm>
            <a:custGeom>
              <a:avLst/>
              <a:gdLst>
                <a:gd name="connsiteX0" fmla="*/ 4488334 w 5076805"/>
                <a:gd name="connsiteY0" fmla="*/ 4383058 h 5100507"/>
                <a:gd name="connsiteX1" fmla="*/ 4207526 w 5076805"/>
                <a:gd name="connsiteY1" fmla="*/ 4619502 h 5100507"/>
                <a:gd name="connsiteX2" fmla="*/ 1977104 w 5076805"/>
                <a:gd name="connsiteY2" fmla="*/ 5038412 h 5100507"/>
                <a:gd name="connsiteX3" fmla="*/ 503836 w 5076805"/>
                <a:gd name="connsiteY3" fmla="*/ 4276676 h 5100507"/>
                <a:gd name="connsiteX4" fmla="*/ 454554 w 5076805"/>
                <a:gd name="connsiteY4" fmla="*/ 1218617 h 5100507"/>
                <a:gd name="connsiteX5" fmla="*/ 2191311 w 5076805"/>
                <a:gd name="connsiteY5" fmla="*/ 21425 h 5100507"/>
                <a:gd name="connsiteX6" fmla="*/ 4187044 w 5076805"/>
                <a:gd name="connsiteY6" fmla="*/ 578457 h 5100507"/>
                <a:gd name="connsiteX7" fmla="*/ 4488334 w 5076805"/>
                <a:gd name="connsiteY7" fmla="*/ 4383058 h 510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76805" h="5100507">
                  <a:moveTo>
                    <a:pt x="4488334" y="4383058"/>
                  </a:moveTo>
                  <a:cubicBezTo>
                    <a:pt x="4384096" y="4492804"/>
                    <a:pt x="4285459" y="4563584"/>
                    <a:pt x="4207526" y="4619502"/>
                  </a:cubicBezTo>
                  <a:cubicBezTo>
                    <a:pt x="3291437" y="5276798"/>
                    <a:pt x="2207430" y="5085199"/>
                    <a:pt x="1977104" y="5038412"/>
                  </a:cubicBezTo>
                  <a:cubicBezTo>
                    <a:pt x="1636977" y="4969315"/>
                    <a:pt x="979330" y="4835760"/>
                    <a:pt x="503836" y="4276676"/>
                  </a:cubicBezTo>
                  <a:cubicBezTo>
                    <a:pt x="-215348" y="3430831"/>
                    <a:pt x="-103347" y="2098234"/>
                    <a:pt x="454554" y="1218617"/>
                  </a:cubicBezTo>
                  <a:cubicBezTo>
                    <a:pt x="556611" y="1057796"/>
                    <a:pt x="1095676" y="164648"/>
                    <a:pt x="2191311" y="21425"/>
                  </a:cubicBezTo>
                  <a:cubicBezTo>
                    <a:pt x="2854411" y="-65308"/>
                    <a:pt x="3627313" y="109507"/>
                    <a:pt x="4187044" y="578457"/>
                  </a:cubicBezTo>
                  <a:cubicBezTo>
                    <a:pt x="5361962" y="1562811"/>
                    <a:pt x="5278335" y="3551447"/>
                    <a:pt x="4488334" y="4383058"/>
                  </a:cubicBezTo>
                  <a:close/>
                </a:path>
              </a:pathLst>
            </a:custGeom>
            <a:solidFill>
              <a:srgbClr val="EAD8B1">
                <a:alpha val="29804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29D75D-D295-46EA-0067-04AD217FFF0A}"/>
                </a:ext>
              </a:extLst>
            </p:cNvPr>
            <p:cNvSpPr/>
            <p:nvPr/>
          </p:nvSpPr>
          <p:spPr>
            <a:xfrm>
              <a:off x="6723589" y="2854218"/>
              <a:ext cx="1717047" cy="2990776"/>
            </a:xfrm>
            <a:custGeom>
              <a:avLst/>
              <a:gdLst>
                <a:gd name="connsiteX0" fmla="*/ 297335 w 1717047"/>
                <a:gd name="connsiteY0" fmla="*/ 2990369 h 2990776"/>
                <a:gd name="connsiteX1" fmla="*/ 275301 w 1717047"/>
                <a:gd name="connsiteY1" fmla="*/ 2977429 h 2990776"/>
                <a:gd name="connsiteX2" fmla="*/ 383994 w 1717047"/>
                <a:gd name="connsiteY2" fmla="*/ 1312322 h 2990776"/>
                <a:gd name="connsiteX3" fmla="*/ 1459110 w 1717047"/>
                <a:gd name="connsiteY3" fmla="*/ 43629 h 2990776"/>
                <a:gd name="connsiteX4" fmla="*/ 1551351 w 1717047"/>
                <a:gd name="connsiteY4" fmla="*/ 27195 h 2990776"/>
                <a:gd name="connsiteX5" fmla="*/ 1132052 w 1717047"/>
                <a:gd name="connsiteY5" fmla="*/ 1618769 h 2990776"/>
                <a:gd name="connsiteX6" fmla="*/ 333696 w 1717047"/>
                <a:gd name="connsiteY6" fmla="*/ 2949498 h 2990776"/>
                <a:gd name="connsiteX7" fmla="*/ 310090 w 1717047"/>
                <a:gd name="connsiteY7" fmla="*/ 2989722 h 2990776"/>
                <a:gd name="connsiteX8" fmla="*/ 297335 w 1717047"/>
                <a:gd name="connsiteY8" fmla="*/ 2990480 h 299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7047" h="2990776">
                  <a:moveTo>
                    <a:pt x="297335" y="2990369"/>
                  </a:moveTo>
                  <a:cubicBezTo>
                    <a:pt x="288555" y="2989204"/>
                    <a:pt x="280606" y="2984528"/>
                    <a:pt x="275301" y="2977429"/>
                  </a:cubicBezTo>
                  <a:cubicBezTo>
                    <a:pt x="197978" y="2873210"/>
                    <a:pt x="-364286" y="2057736"/>
                    <a:pt x="383994" y="1312322"/>
                  </a:cubicBezTo>
                  <a:cubicBezTo>
                    <a:pt x="1094324" y="604691"/>
                    <a:pt x="1416298" y="459397"/>
                    <a:pt x="1459110" y="43629"/>
                  </a:cubicBezTo>
                  <a:cubicBezTo>
                    <a:pt x="1464120" y="-4914"/>
                    <a:pt x="1529760" y="-16578"/>
                    <a:pt x="1551351" y="27195"/>
                  </a:cubicBezTo>
                  <a:cubicBezTo>
                    <a:pt x="1712764" y="354383"/>
                    <a:pt x="1964218" y="1117673"/>
                    <a:pt x="1132052" y="1618769"/>
                  </a:cubicBezTo>
                  <a:cubicBezTo>
                    <a:pt x="214078" y="2171476"/>
                    <a:pt x="289294" y="2777327"/>
                    <a:pt x="333696" y="2949498"/>
                  </a:cubicBezTo>
                  <a:cubicBezTo>
                    <a:pt x="338280" y="2967133"/>
                    <a:pt x="327706" y="2985137"/>
                    <a:pt x="310090" y="2989722"/>
                  </a:cubicBezTo>
                  <a:cubicBezTo>
                    <a:pt x="305931" y="2990794"/>
                    <a:pt x="301587" y="2991053"/>
                    <a:pt x="297335" y="2990480"/>
                  </a:cubicBezTo>
                  <a:close/>
                </a:path>
              </a:pathLst>
            </a:custGeom>
            <a:solidFill>
              <a:srgbClr val="028391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BC65538-1030-4486-24E9-AABA6B96E0BB}"/>
                </a:ext>
              </a:extLst>
            </p:cNvPr>
            <p:cNvSpPr/>
            <p:nvPr/>
          </p:nvSpPr>
          <p:spPr>
            <a:xfrm>
              <a:off x="7078689" y="4933277"/>
              <a:ext cx="1463675" cy="927186"/>
            </a:xfrm>
            <a:custGeom>
              <a:avLst/>
              <a:gdLst>
                <a:gd name="connsiteX0" fmla="*/ 56178 w 1463675"/>
                <a:gd name="connsiteY0" fmla="*/ 926801 h 927186"/>
                <a:gd name="connsiteX1" fmla="*/ 15510 w 1463675"/>
                <a:gd name="connsiteY1" fmla="*/ 887020 h 927186"/>
                <a:gd name="connsiteX2" fmla="*/ 330165 w 1463675"/>
                <a:gd name="connsiteY2" fmla="*/ 74819 h 927186"/>
                <a:gd name="connsiteX3" fmla="*/ 1422639 w 1463675"/>
                <a:gd name="connsiteY3" fmla="*/ 7108 h 927186"/>
                <a:gd name="connsiteX4" fmla="*/ 1463306 w 1463675"/>
                <a:gd name="connsiteY4" fmla="*/ 28051 h 927186"/>
                <a:gd name="connsiteX5" fmla="*/ 752773 w 1463675"/>
                <a:gd name="connsiteY5" fmla="*/ 646972 h 927186"/>
                <a:gd name="connsiteX6" fmla="*/ 101318 w 1463675"/>
                <a:gd name="connsiteY6" fmla="*/ 881882 h 927186"/>
                <a:gd name="connsiteX7" fmla="*/ 67010 w 1463675"/>
                <a:gd name="connsiteY7" fmla="*/ 926838 h 927186"/>
                <a:gd name="connsiteX8" fmla="*/ 56141 w 1463675"/>
                <a:gd name="connsiteY8" fmla="*/ 926801 h 92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3675" h="927186">
                  <a:moveTo>
                    <a:pt x="56178" y="926801"/>
                  </a:moveTo>
                  <a:cubicBezTo>
                    <a:pt x="35308" y="924028"/>
                    <a:pt x="18745" y="907835"/>
                    <a:pt x="15510" y="887020"/>
                  </a:cubicBezTo>
                  <a:cubicBezTo>
                    <a:pt x="-6395" y="745221"/>
                    <a:pt x="-60279" y="215325"/>
                    <a:pt x="330165" y="74819"/>
                  </a:cubicBezTo>
                  <a:cubicBezTo>
                    <a:pt x="759890" y="-79865"/>
                    <a:pt x="1106838" y="320358"/>
                    <a:pt x="1422639" y="7108"/>
                  </a:cubicBezTo>
                  <a:cubicBezTo>
                    <a:pt x="1439275" y="-9381"/>
                    <a:pt x="1467207" y="4982"/>
                    <a:pt x="1463306" y="28051"/>
                  </a:cubicBezTo>
                  <a:cubicBezTo>
                    <a:pt x="1435172" y="191682"/>
                    <a:pt x="1309879" y="570702"/>
                    <a:pt x="752773" y="646972"/>
                  </a:cubicBezTo>
                  <a:cubicBezTo>
                    <a:pt x="156386" y="728603"/>
                    <a:pt x="89284" y="797016"/>
                    <a:pt x="101318" y="881882"/>
                  </a:cubicBezTo>
                  <a:cubicBezTo>
                    <a:pt x="104258" y="903768"/>
                    <a:pt x="88896" y="923899"/>
                    <a:pt x="67010" y="926838"/>
                  </a:cubicBezTo>
                  <a:cubicBezTo>
                    <a:pt x="63405" y="927318"/>
                    <a:pt x="59745" y="927300"/>
                    <a:pt x="56141" y="926801"/>
                  </a:cubicBezTo>
                  <a:close/>
                </a:path>
              </a:pathLst>
            </a:custGeom>
            <a:solidFill>
              <a:srgbClr val="028391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B652E74-D95D-EAA0-727C-0043DD40FB21}"/>
                </a:ext>
              </a:extLst>
            </p:cNvPr>
            <p:cNvSpPr/>
            <p:nvPr/>
          </p:nvSpPr>
          <p:spPr>
            <a:xfrm>
              <a:off x="6820138" y="3308517"/>
              <a:ext cx="1342101" cy="2402074"/>
            </a:xfrm>
            <a:custGeom>
              <a:avLst/>
              <a:gdLst>
                <a:gd name="connsiteX0" fmla="*/ 1341802 w 1342101"/>
                <a:gd name="connsiteY0" fmla="*/ 13269 h 2402074"/>
                <a:gd name="connsiteX1" fmla="*/ 1313260 w 1342101"/>
                <a:gd name="connsiteY1" fmla="*/ 101776 h 2402074"/>
                <a:gd name="connsiteX2" fmla="*/ 1274589 w 1342101"/>
                <a:gd name="connsiteY2" fmla="*/ 185846 h 2402074"/>
                <a:gd name="connsiteX3" fmla="*/ 1175453 w 1342101"/>
                <a:gd name="connsiteY3" fmla="*/ 342305 h 2402074"/>
                <a:gd name="connsiteX4" fmla="*/ 910986 w 1342101"/>
                <a:gd name="connsiteY4" fmla="*/ 601485 h 2402074"/>
                <a:gd name="connsiteX5" fmla="*/ 755803 w 1342101"/>
                <a:gd name="connsiteY5" fmla="*/ 702082 h 2402074"/>
                <a:gd name="connsiteX6" fmla="*/ 608513 w 1342101"/>
                <a:gd name="connsiteY6" fmla="*/ 800756 h 2402074"/>
                <a:gd name="connsiteX7" fmla="*/ 353417 w 1342101"/>
                <a:gd name="connsiteY7" fmla="*/ 1047145 h 2402074"/>
                <a:gd name="connsiteX8" fmla="*/ 61352 w 1342101"/>
                <a:gd name="connsiteY8" fmla="*/ 1685382 h 2402074"/>
                <a:gd name="connsiteX9" fmla="*/ 59355 w 1342101"/>
                <a:gd name="connsiteY9" fmla="*/ 2040649 h 2402074"/>
                <a:gd name="connsiteX10" fmla="*/ 153482 w 1342101"/>
                <a:gd name="connsiteY10" fmla="*/ 2386451 h 2402074"/>
                <a:gd name="connsiteX11" fmla="*/ 146550 w 1342101"/>
                <a:gd name="connsiteY11" fmla="*/ 2401368 h 2402074"/>
                <a:gd name="connsiteX12" fmla="*/ 132187 w 1342101"/>
                <a:gd name="connsiteY12" fmla="*/ 2395694 h 2402074"/>
                <a:gd name="connsiteX13" fmla="*/ 19852 w 1342101"/>
                <a:gd name="connsiteY13" fmla="*/ 2046842 h 2402074"/>
                <a:gd name="connsiteX14" fmla="*/ 9390 w 1342101"/>
                <a:gd name="connsiteY14" fmla="*/ 1678154 h 2402074"/>
                <a:gd name="connsiteX15" fmla="*/ 108914 w 1342101"/>
                <a:gd name="connsiteY15" fmla="*/ 1321557 h 2402074"/>
                <a:gd name="connsiteX16" fmla="*/ 302399 w 1342101"/>
                <a:gd name="connsiteY16" fmla="*/ 1005683 h 2402074"/>
                <a:gd name="connsiteX17" fmla="*/ 567236 w 1342101"/>
                <a:gd name="connsiteY17" fmla="*/ 746798 h 2402074"/>
                <a:gd name="connsiteX18" fmla="*/ 721235 w 1342101"/>
                <a:gd name="connsiteY18" fmla="*/ 642837 h 2402074"/>
                <a:gd name="connsiteX19" fmla="*/ 871705 w 1342101"/>
                <a:gd name="connsiteY19" fmla="*/ 547342 h 2402074"/>
                <a:gd name="connsiteX20" fmla="*/ 1133473 w 1342101"/>
                <a:gd name="connsiteY20" fmla="*/ 308606 h 2402074"/>
                <a:gd name="connsiteX21" fmla="*/ 1239356 w 1342101"/>
                <a:gd name="connsiteY21" fmla="*/ 165568 h 2402074"/>
                <a:gd name="connsiteX22" fmla="*/ 1321264 w 1342101"/>
                <a:gd name="connsiteY22" fmla="*/ 7649 h 2402074"/>
                <a:gd name="connsiteX23" fmla="*/ 1321541 w 1342101"/>
                <a:gd name="connsiteY23" fmla="*/ 6928 h 2402074"/>
                <a:gd name="connsiteX24" fmla="*/ 1335184 w 1342101"/>
                <a:gd name="connsiteY24" fmla="*/ 662 h 2402074"/>
                <a:gd name="connsiteX25" fmla="*/ 1341783 w 1342101"/>
                <a:gd name="connsiteY25" fmla="*/ 13195 h 240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2101" h="2402074">
                  <a:moveTo>
                    <a:pt x="1341802" y="13269"/>
                  </a:moveTo>
                  <a:cubicBezTo>
                    <a:pt x="1334555" y="43455"/>
                    <a:pt x="1325017" y="73050"/>
                    <a:pt x="1313260" y="101776"/>
                  </a:cubicBezTo>
                  <a:cubicBezTo>
                    <a:pt x="1301836" y="130446"/>
                    <a:pt x="1288915" y="158507"/>
                    <a:pt x="1274589" y="185846"/>
                  </a:cubicBezTo>
                  <a:cubicBezTo>
                    <a:pt x="1246381" y="240803"/>
                    <a:pt x="1212516" y="292783"/>
                    <a:pt x="1175453" y="342305"/>
                  </a:cubicBezTo>
                  <a:cubicBezTo>
                    <a:pt x="1100810" y="441108"/>
                    <a:pt x="1010510" y="527896"/>
                    <a:pt x="910986" y="601485"/>
                  </a:cubicBezTo>
                  <a:cubicBezTo>
                    <a:pt x="861131" y="637828"/>
                    <a:pt x="809317" y="671397"/>
                    <a:pt x="755803" y="702082"/>
                  </a:cubicBezTo>
                  <a:cubicBezTo>
                    <a:pt x="704691" y="731861"/>
                    <a:pt x="655502" y="764802"/>
                    <a:pt x="608513" y="800756"/>
                  </a:cubicBezTo>
                  <a:cubicBezTo>
                    <a:pt x="514349" y="872866"/>
                    <a:pt x="428763" y="955532"/>
                    <a:pt x="353417" y="1047145"/>
                  </a:cubicBezTo>
                  <a:cubicBezTo>
                    <a:pt x="203133" y="1229926"/>
                    <a:pt x="96473" y="1450528"/>
                    <a:pt x="61352" y="1685382"/>
                  </a:cubicBezTo>
                  <a:cubicBezTo>
                    <a:pt x="43662" y="1803096"/>
                    <a:pt x="42996" y="1922750"/>
                    <a:pt x="59355" y="2040649"/>
                  </a:cubicBezTo>
                  <a:cubicBezTo>
                    <a:pt x="75308" y="2158954"/>
                    <a:pt x="109025" y="2274782"/>
                    <a:pt x="153482" y="2386451"/>
                  </a:cubicBezTo>
                  <a:cubicBezTo>
                    <a:pt x="155682" y="2392477"/>
                    <a:pt x="152595" y="2399150"/>
                    <a:pt x="146550" y="2401368"/>
                  </a:cubicBezTo>
                  <a:cubicBezTo>
                    <a:pt x="141023" y="2403383"/>
                    <a:pt x="134849" y="2400962"/>
                    <a:pt x="132187" y="2395694"/>
                  </a:cubicBezTo>
                  <a:cubicBezTo>
                    <a:pt x="80206" y="2285319"/>
                    <a:pt x="41351" y="2167993"/>
                    <a:pt x="19852" y="2046842"/>
                  </a:cubicBezTo>
                  <a:cubicBezTo>
                    <a:pt x="-2459" y="1925209"/>
                    <a:pt x="-5990" y="1800859"/>
                    <a:pt x="9390" y="1678154"/>
                  </a:cubicBezTo>
                  <a:cubicBezTo>
                    <a:pt x="24326" y="1555265"/>
                    <a:pt x="59004" y="1434871"/>
                    <a:pt x="108914" y="1321557"/>
                  </a:cubicBezTo>
                  <a:cubicBezTo>
                    <a:pt x="158824" y="1208243"/>
                    <a:pt x="225130" y="1102286"/>
                    <a:pt x="302399" y="1005683"/>
                  </a:cubicBezTo>
                  <a:cubicBezTo>
                    <a:pt x="379666" y="909079"/>
                    <a:pt x="469246" y="822420"/>
                    <a:pt x="567236" y="746798"/>
                  </a:cubicBezTo>
                  <a:cubicBezTo>
                    <a:pt x="616332" y="708959"/>
                    <a:pt x="667776" y="674225"/>
                    <a:pt x="721235" y="642837"/>
                  </a:cubicBezTo>
                  <a:cubicBezTo>
                    <a:pt x="773678" y="612743"/>
                    <a:pt x="823477" y="582150"/>
                    <a:pt x="871705" y="547342"/>
                  </a:cubicBezTo>
                  <a:cubicBezTo>
                    <a:pt x="967975" y="478596"/>
                    <a:pt x="1056945" y="399202"/>
                    <a:pt x="1133473" y="308606"/>
                  </a:cubicBezTo>
                  <a:cubicBezTo>
                    <a:pt x="1172126" y="263503"/>
                    <a:pt x="1207507" y="215718"/>
                    <a:pt x="1239356" y="165568"/>
                  </a:cubicBezTo>
                  <a:cubicBezTo>
                    <a:pt x="1270781" y="115362"/>
                    <a:pt x="1300136" y="62402"/>
                    <a:pt x="1321264" y="7649"/>
                  </a:cubicBezTo>
                  <a:lnTo>
                    <a:pt x="1321541" y="6928"/>
                  </a:lnTo>
                  <a:cubicBezTo>
                    <a:pt x="1323575" y="1438"/>
                    <a:pt x="1329675" y="-1372"/>
                    <a:pt x="1335184" y="662"/>
                  </a:cubicBezTo>
                  <a:cubicBezTo>
                    <a:pt x="1340249" y="2547"/>
                    <a:pt x="1343095" y="7945"/>
                    <a:pt x="1341783" y="13195"/>
                  </a:cubicBezTo>
                  <a:close/>
                </a:path>
              </a:pathLst>
            </a:custGeom>
            <a:solidFill>
              <a:srgbClr val="FFFFFF">
                <a:alpha val="47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916D44-B6F5-F071-5DD2-562710F16E90}"/>
                </a:ext>
              </a:extLst>
            </p:cNvPr>
            <p:cNvSpPr/>
            <p:nvPr/>
          </p:nvSpPr>
          <p:spPr>
            <a:xfrm>
              <a:off x="7109455" y="5039082"/>
              <a:ext cx="1343708" cy="736657"/>
            </a:xfrm>
            <a:custGeom>
              <a:avLst/>
              <a:gdLst>
                <a:gd name="connsiteX0" fmla="*/ 548 w 1343708"/>
                <a:gd name="connsiteY0" fmla="*/ 724835 h 736657"/>
                <a:gd name="connsiteX1" fmla="*/ 1639 w 1343708"/>
                <a:gd name="connsiteY1" fmla="*/ 710047 h 736657"/>
                <a:gd name="connsiteX2" fmla="*/ 1195 w 1343708"/>
                <a:gd name="connsiteY2" fmla="*/ 695425 h 736657"/>
                <a:gd name="connsiteX3" fmla="*/ 844 w 1343708"/>
                <a:gd name="connsiteY3" fmla="*/ 666219 h 736657"/>
                <a:gd name="connsiteX4" fmla="*/ 2156 w 1343708"/>
                <a:gd name="connsiteY4" fmla="*/ 607824 h 736657"/>
                <a:gd name="connsiteX5" fmla="*/ 12397 w 1343708"/>
                <a:gd name="connsiteY5" fmla="*/ 491368 h 736657"/>
                <a:gd name="connsiteX6" fmla="*/ 71679 w 1343708"/>
                <a:gd name="connsiteY6" fmla="*/ 264665 h 736657"/>
                <a:gd name="connsiteX7" fmla="*/ 216899 w 1343708"/>
                <a:gd name="connsiteY7" fmla="*/ 78889 h 736657"/>
                <a:gd name="connsiteX8" fmla="*/ 328161 w 1343708"/>
                <a:gd name="connsiteY8" fmla="*/ 33120 h 736657"/>
                <a:gd name="connsiteX9" fmla="*/ 447686 w 1343708"/>
                <a:gd name="connsiteY9" fmla="*/ 27057 h 736657"/>
                <a:gd name="connsiteX10" fmla="*/ 907653 w 1343708"/>
                <a:gd name="connsiteY10" fmla="*/ 98983 h 736657"/>
                <a:gd name="connsiteX11" fmla="*/ 1135316 w 1343708"/>
                <a:gd name="connsiteY11" fmla="*/ 110240 h 736657"/>
                <a:gd name="connsiteX12" fmla="*/ 1189866 w 1343708"/>
                <a:gd name="connsiteY12" fmla="*/ 97763 h 736657"/>
                <a:gd name="connsiteX13" fmla="*/ 1240811 w 1343708"/>
                <a:gd name="connsiteY13" fmla="*/ 75008 h 736657"/>
                <a:gd name="connsiteX14" fmla="*/ 1327266 w 1343708"/>
                <a:gd name="connsiteY14" fmla="*/ 3063 h 736657"/>
                <a:gd name="connsiteX15" fmla="*/ 1327359 w 1343708"/>
                <a:gd name="connsiteY15" fmla="*/ 2971 h 736657"/>
                <a:gd name="connsiteX16" fmla="*/ 1340742 w 1343708"/>
                <a:gd name="connsiteY16" fmla="*/ 2582 h 736657"/>
                <a:gd name="connsiteX17" fmla="*/ 1341500 w 1343708"/>
                <a:gd name="connsiteY17" fmla="*/ 15541 h 736657"/>
                <a:gd name="connsiteX18" fmla="*/ 1251662 w 1343708"/>
                <a:gd name="connsiteY18" fmla="*/ 93474 h 736657"/>
                <a:gd name="connsiteX19" fmla="*/ 1197205 w 1343708"/>
                <a:gd name="connsiteY19" fmla="*/ 119206 h 736657"/>
                <a:gd name="connsiteX20" fmla="*/ 1138903 w 1343708"/>
                <a:gd name="connsiteY20" fmla="*/ 133864 h 736657"/>
                <a:gd name="connsiteX21" fmla="*/ 903808 w 1343708"/>
                <a:gd name="connsiteY21" fmla="*/ 125065 h 736657"/>
                <a:gd name="connsiteX22" fmla="*/ 674204 w 1343708"/>
                <a:gd name="connsiteY22" fmla="*/ 87448 h 736657"/>
                <a:gd name="connsiteX23" fmla="*/ 445191 w 1343708"/>
                <a:gd name="connsiteY23" fmla="*/ 54175 h 736657"/>
                <a:gd name="connsiteX24" fmla="*/ 333411 w 1343708"/>
                <a:gd name="connsiteY24" fmla="*/ 58778 h 736657"/>
                <a:gd name="connsiteX25" fmla="*/ 230652 w 1343708"/>
                <a:gd name="connsiteY25" fmla="*/ 99981 h 736657"/>
                <a:gd name="connsiteX26" fmla="*/ 90830 w 1343708"/>
                <a:gd name="connsiteY26" fmla="*/ 273113 h 736657"/>
                <a:gd name="connsiteX27" fmla="*/ 28923 w 1343708"/>
                <a:gd name="connsiteY27" fmla="*/ 493715 h 736657"/>
                <a:gd name="connsiteX28" fmla="*/ 16686 w 1343708"/>
                <a:gd name="connsiteY28" fmla="*/ 608545 h 736657"/>
                <a:gd name="connsiteX29" fmla="*/ 14338 w 1343708"/>
                <a:gd name="connsiteY29" fmla="*/ 666311 h 736657"/>
                <a:gd name="connsiteX30" fmla="*/ 14135 w 1343708"/>
                <a:gd name="connsiteY30" fmla="*/ 695204 h 736657"/>
                <a:gd name="connsiteX31" fmla="*/ 14320 w 1343708"/>
                <a:gd name="connsiteY31" fmla="*/ 709622 h 736657"/>
                <a:gd name="connsiteX32" fmla="*/ 16575 w 1343708"/>
                <a:gd name="connsiteY32" fmla="*/ 723837 h 736657"/>
                <a:gd name="connsiteX33" fmla="*/ 12822 w 1343708"/>
                <a:gd name="connsiteY33" fmla="*/ 735668 h 736657"/>
                <a:gd name="connsiteX34" fmla="*/ 992 w 1343708"/>
                <a:gd name="connsiteY34" fmla="*/ 731934 h 736657"/>
                <a:gd name="connsiteX35" fmla="*/ 493 w 1343708"/>
                <a:gd name="connsiteY35" fmla="*/ 724983 h 73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43708" h="736657">
                  <a:moveTo>
                    <a:pt x="548" y="724835"/>
                  </a:moveTo>
                  <a:cubicBezTo>
                    <a:pt x="2397" y="719697"/>
                    <a:pt x="1805" y="714927"/>
                    <a:pt x="1639" y="710047"/>
                  </a:cubicBezTo>
                  <a:lnTo>
                    <a:pt x="1195" y="695425"/>
                  </a:lnTo>
                  <a:lnTo>
                    <a:pt x="844" y="666219"/>
                  </a:lnTo>
                  <a:cubicBezTo>
                    <a:pt x="844" y="646735"/>
                    <a:pt x="1288" y="627271"/>
                    <a:pt x="2156" y="607824"/>
                  </a:cubicBezTo>
                  <a:cubicBezTo>
                    <a:pt x="3876" y="568913"/>
                    <a:pt x="7203" y="530057"/>
                    <a:pt x="12397" y="491368"/>
                  </a:cubicBezTo>
                  <a:cubicBezTo>
                    <a:pt x="23008" y="414155"/>
                    <a:pt x="40513" y="337164"/>
                    <a:pt x="71679" y="264665"/>
                  </a:cubicBezTo>
                  <a:cubicBezTo>
                    <a:pt x="102494" y="192573"/>
                    <a:pt x="149169" y="123845"/>
                    <a:pt x="216899" y="78889"/>
                  </a:cubicBezTo>
                  <a:cubicBezTo>
                    <a:pt x="250764" y="56744"/>
                    <a:pt x="288511" y="41217"/>
                    <a:pt x="328161" y="33120"/>
                  </a:cubicBezTo>
                  <a:cubicBezTo>
                    <a:pt x="367572" y="24802"/>
                    <a:pt x="408073" y="23582"/>
                    <a:pt x="447686" y="27057"/>
                  </a:cubicBezTo>
                  <a:cubicBezTo>
                    <a:pt x="602962" y="45061"/>
                    <a:pt x="755095" y="74823"/>
                    <a:pt x="907653" y="98983"/>
                  </a:cubicBezTo>
                  <a:cubicBezTo>
                    <a:pt x="983645" y="110314"/>
                    <a:pt x="1060710" y="120444"/>
                    <a:pt x="1135316" y="110240"/>
                  </a:cubicBezTo>
                  <a:cubicBezTo>
                    <a:pt x="1153820" y="107597"/>
                    <a:pt x="1172065" y="103419"/>
                    <a:pt x="1189866" y="97763"/>
                  </a:cubicBezTo>
                  <a:cubicBezTo>
                    <a:pt x="1207538" y="91847"/>
                    <a:pt x="1224618" y="84232"/>
                    <a:pt x="1240811" y="75008"/>
                  </a:cubicBezTo>
                  <a:cubicBezTo>
                    <a:pt x="1273253" y="56522"/>
                    <a:pt x="1301812" y="31161"/>
                    <a:pt x="1327266" y="3063"/>
                  </a:cubicBezTo>
                  <a:lnTo>
                    <a:pt x="1327359" y="2971"/>
                  </a:lnTo>
                  <a:cubicBezTo>
                    <a:pt x="1330945" y="-837"/>
                    <a:pt x="1336934" y="-1004"/>
                    <a:pt x="1340742" y="2582"/>
                  </a:cubicBezTo>
                  <a:cubicBezTo>
                    <a:pt x="1344384" y="6021"/>
                    <a:pt x="1344716" y="11696"/>
                    <a:pt x="1341500" y="15541"/>
                  </a:cubicBezTo>
                  <a:cubicBezTo>
                    <a:pt x="1315621" y="45283"/>
                    <a:pt x="1286155" y="72845"/>
                    <a:pt x="1251662" y="93474"/>
                  </a:cubicBezTo>
                  <a:cubicBezTo>
                    <a:pt x="1234397" y="103807"/>
                    <a:pt x="1216152" y="112422"/>
                    <a:pt x="1197205" y="119206"/>
                  </a:cubicBezTo>
                  <a:cubicBezTo>
                    <a:pt x="1178220" y="125712"/>
                    <a:pt x="1158719" y="130611"/>
                    <a:pt x="1138903" y="133864"/>
                  </a:cubicBezTo>
                  <a:cubicBezTo>
                    <a:pt x="1059416" y="145510"/>
                    <a:pt x="980669" y="135713"/>
                    <a:pt x="903808" y="125065"/>
                  </a:cubicBezTo>
                  <a:cubicBezTo>
                    <a:pt x="826706" y="114104"/>
                    <a:pt x="750603" y="99815"/>
                    <a:pt x="674204" y="87448"/>
                  </a:cubicBezTo>
                  <a:cubicBezTo>
                    <a:pt x="597804" y="75081"/>
                    <a:pt x="521036" y="63084"/>
                    <a:pt x="445191" y="54175"/>
                  </a:cubicBezTo>
                  <a:cubicBezTo>
                    <a:pt x="407758" y="50478"/>
                    <a:pt x="369919" y="51421"/>
                    <a:pt x="333411" y="58778"/>
                  </a:cubicBezTo>
                  <a:cubicBezTo>
                    <a:pt x="296866" y="65894"/>
                    <a:pt x="261984" y="79869"/>
                    <a:pt x="230652" y="99981"/>
                  </a:cubicBezTo>
                  <a:cubicBezTo>
                    <a:pt x="167617" y="140112"/>
                    <a:pt x="121885" y="203979"/>
                    <a:pt x="90830" y="273113"/>
                  </a:cubicBezTo>
                  <a:cubicBezTo>
                    <a:pt x="59405" y="342599"/>
                    <a:pt x="40754" y="417834"/>
                    <a:pt x="28923" y="493715"/>
                  </a:cubicBezTo>
                  <a:cubicBezTo>
                    <a:pt x="23082" y="531739"/>
                    <a:pt x="19108" y="570096"/>
                    <a:pt x="16686" y="608545"/>
                  </a:cubicBezTo>
                  <a:cubicBezTo>
                    <a:pt x="15448" y="627770"/>
                    <a:pt x="14671" y="647031"/>
                    <a:pt x="14338" y="666311"/>
                  </a:cubicBezTo>
                  <a:lnTo>
                    <a:pt x="14135" y="695204"/>
                  </a:lnTo>
                  <a:lnTo>
                    <a:pt x="14320" y="709622"/>
                  </a:lnTo>
                  <a:cubicBezTo>
                    <a:pt x="14449" y="714391"/>
                    <a:pt x="14227" y="719308"/>
                    <a:pt x="16575" y="723837"/>
                  </a:cubicBezTo>
                  <a:cubicBezTo>
                    <a:pt x="18812" y="728144"/>
                    <a:pt x="17130" y="733450"/>
                    <a:pt x="12822" y="735668"/>
                  </a:cubicBezTo>
                  <a:cubicBezTo>
                    <a:pt x="8516" y="737904"/>
                    <a:pt x="3229" y="736222"/>
                    <a:pt x="992" y="731934"/>
                  </a:cubicBezTo>
                  <a:cubicBezTo>
                    <a:pt x="-136" y="729771"/>
                    <a:pt x="-302" y="727275"/>
                    <a:pt x="493" y="724983"/>
                  </a:cubicBezTo>
                  <a:close/>
                </a:path>
              </a:pathLst>
            </a:custGeom>
            <a:solidFill>
              <a:srgbClr val="FFFFFF">
                <a:alpha val="47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F7DA30F-4DC9-EDEB-7FF8-AF16F67FC1AE}"/>
                </a:ext>
              </a:extLst>
            </p:cNvPr>
            <p:cNvSpPr/>
            <p:nvPr/>
          </p:nvSpPr>
          <p:spPr>
            <a:xfrm>
              <a:off x="4847884" y="919386"/>
              <a:ext cx="2950480" cy="3958095"/>
            </a:xfrm>
            <a:custGeom>
              <a:avLst/>
              <a:gdLst>
                <a:gd name="connsiteX0" fmla="*/ 1451008 w 2950480"/>
                <a:gd name="connsiteY0" fmla="*/ 66 h 3958095"/>
                <a:gd name="connsiteX1" fmla="*/ 772455 w 2950480"/>
                <a:gd name="connsiteY1" fmla="*/ 121920 h 3958095"/>
                <a:gd name="connsiteX2" fmla="*/ 35580 w 2950480"/>
                <a:gd name="connsiteY2" fmla="*/ 1401834 h 3958095"/>
                <a:gd name="connsiteX3" fmla="*/ 236791 w 2950480"/>
                <a:gd name="connsiteY3" fmla="*/ 1851023 h 3958095"/>
                <a:gd name="connsiteX4" fmla="*/ 690806 w 2950480"/>
                <a:gd name="connsiteY4" fmla="*/ 1884629 h 3958095"/>
                <a:gd name="connsiteX5" fmla="*/ 983167 w 2950480"/>
                <a:gd name="connsiteY5" fmla="*/ 1294268 h 3958095"/>
                <a:gd name="connsiteX6" fmla="*/ 838761 w 2950480"/>
                <a:gd name="connsiteY6" fmla="*/ 1044330 h 3958095"/>
                <a:gd name="connsiteX7" fmla="*/ 821533 w 2950480"/>
                <a:gd name="connsiteY7" fmla="*/ 764816 h 3958095"/>
                <a:gd name="connsiteX8" fmla="*/ 1333332 w 2950480"/>
                <a:gd name="connsiteY8" fmla="*/ 543715 h 3958095"/>
                <a:gd name="connsiteX9" fmla="*/ 1824483 w 2950480"/>
                <a:gd name="connsiteY9" fmla="*/ 819680 h 3958095"/>
                <a:gd name="connsiteX10" fmla="*/ 1973677 w 2950480"/>
                <a:gd name="connsiteY10" fmla="*/ 1537311 h 3958095"/>
                <a:gd name="connsiteX11" fmla="*/ 1674512 w 2950480"/>
                <a:gd name="connsiteY11" fmla="*/ 2205273 h 3958095"/>
                <a:gd name="connsiteX12" fmla="*/ 1277359 w 2950480"/>
                <a:gd name="connsiteY12" fmla="*/ 2751621 h 3958095"/>
                <a:gd name="connsiteX13" fmla="*/ 1157205 w 2950480"/>
                <a:gd name="connsiteY13" fmla="*/ 3353332 h 3958095"/>
                <a:gd name="connsiteX14" fmla="*/ 959136 w 2950480"/>
                <a:gd name="connsiteY14" fmla="*/ 3883394 h 3958095"/>
                <a:gd name="connsiteX15" fmla="*/ 1200091 w 2950480"/>
                <a:gd name="connsiteY15" fmla="*/ 3953472 h 3958095"/>
                <a:gd name="connsiteX16" fmla="*/ 1612310 w 2950480"/>
                <a:gd name="connsiteY16" fmla="*/ 3958093 h 3958095"/>
                <a:gd name="connsiteX17" fmla="*/ 1645583 w 2950480"/>
                <a:gd name="connsiteY17" fmla="*/ 3925670 h 3958095"/>
                <a:gd name="connsiteX18" fmla="*/ 2258108 w 2950480"/>
                <a:gd name="connsiteY18" fmla="*/ 2460572 h 3958095"/>
                <a:gd name="connsiteX19" fmla="*/ 2709498 w 2950480"/>
                <a:gd name="connsiteY19" fmla="*/ 2040958 h 3958095"/>
                <a:gd name="connsiteX20" fmla="*/ 2946256 w 2950480"/>
                <a:gd name="connsiteY20" fmla="*/ 1251272 h 3958095"/>
                <a:gd name="connsiteX21" fmla="*/ 2652120 w 2950480"/>
                <a:gd name="connsiteY21" fmla="*/ 483379 h 3958095"/>
                <a:gd name="connsiteX22" fmla="*/ 1879994 w 2950480"/>
                <a:gd name="connsiteY22" fmla="*/ 46556 h 3958095"/>
                <a:gd name="connsiteX23" fmla="*/ 1451008 w 2950480"/>
                <a:gd name="connsiteY23" fmla="*/ 66 h 395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50480" h="3958095">
                  <a:moveTo>
                    <a:pt x="1451008" y="66"/>
                  </a:moveTo>
                  <a:cubicBezTo>
                    <a:pt x="1217115" y="-1783"/>
                    <a:pt x="981189" y="35298"/>
                    <a:pt x="772455" y="121920"/>
                  </a:cubicBezTo>
                  <a:cubicBezTo>
                    <a:pt x="286572" y="323519"/>
                    <a:pt x="-125796" y="856965"/>
                    <a:pt x="35580" y="1401834"/>
                  </a:cubicBezTo>
                  <a:cubicBezTo>
                    <a:pt x="88004" y="1578848"/>
                    <a:pt x="60461" y="1774125"/>
                    <a:pt x="236791" y="1851023"/>
                  </a:cubicBezTo>
                  <a:cubicBezTo>
                    <a:pt x="332193" y="1892652"/>
                    <a:pt x="592021" y="1917422"/>
                    <a:pt x="690806" y="1884629"/>
                  </a:cubicBezTo>
                  <a:cubicBezTo>
                    <a:pt x="953295" y="1797453"/>
                    <a:pt x="1125965" y="1558847"/>
                    <a:pt x="983167" y="1294268"/>
                  </a:cubicBezTo>
                  <a:cubicBezTo>
                    <a:pt x="937435" y="1209551"/>
                    <a:pt x="878245" y="1132135"/>
                    <a:pt x="838761" y="1044330"/>
                  </a:cubicBezTo>
                  <a:cubicBezTo>
                    <a:pt x="799276" y="956526"/>
                    <a:pt x="781272" y="852288"/>
                    <a:pt x="821533" y="764816"/>
                  </a:cubicBezTo>
                  <a:cubicBezTo>
                    <a:pt x="900594" y="593144"/>
                    <a:pt x="1163083" y="538576"/>
                    <a:pt x="1333332" y="543715"/>
                  </a:cubicBezTo>
                  <a:cubicBezTo>
                    <a:pt x="1534284" y="549796"/>
                    <a:pt x="1716363" y="649191"/>
                    <a:pt x="1824483" y="819680"/>
                  </a:cubicBezTo>
                  <a:cubicBezTo>
                    <a:pt x="1959258" y="1032260"/>
                    <a:pt x="1993400" y="1290645"/>
                    <a:pt x="1973677" y="1537311"/>
                  </a:cubicBezTo>
                  <a:cubicBezTo>
                    <a:pt x="1952567" y="1801243"/>
                    <a:pt x="1841286" y="2002805"/>
                    <a:pt x="1674512" y="2205273"/>
                  </a:cubicBezTo>
                  <a:cubicBezTo>
                    <a:pt x="1530920" y="2379589"/>
                    <a:pt x="1372798" y="2546935"/>
                    <a:pt x="1277359" y="2751621"/>
                  </a:cubicBezTo>
                  <a:cubicBezTo>
                    <a:pt x="1189739" y="2939542"/>
                    <a:pt x="1161124" y="3147740"/>
                    <a:pt x="1157205" y="3353332"/>
                  </a:cubicBezTo>
                  <a:cubicBezTo>
                    <a:pt x="1156447" y="3393168"/>
                    <a:pt x="958286" y="3768676"/>
                    <a:pt x="959136" y="3883394"/>
                  </a:cubicBezTo>
                  <a:cubicBezTo>
                    <a:pt x="959266" y="3899606"/>
                    <a:pt x="1183879" y="3953287"/>
                    <a:pt x="1200091" y="3953472"/>
                  </a:cubicBezTo>
                  <a:lnTo>
                    <a:pt x="1612310" y="3958093"/>
                  </a:lnTo>
                  <a:cubicBezTo>
                    <a:pt x="1630444" y="3958315"/>
                    <a:pt x="1645324" y="3943804"/>
                    <a:pt x="1645583" y="3925670"/>
                  </a:cubicBezTo>
                  <a:cubicBezTo>
                    <a:pt x="1651850" y="3367529"/>
                    <a:pt x="1823540" y="2835414"/>
                    <a:pt x="2258108" y="2460572"/>
                  </a:cubicBezTo>
                  <a:cubicBezTo>
                    <a:pt x="2416249" y="2324188"/>
                    <a:pt x="2586534" y="2213111"/>
                    <a:pt x="2709498" y="2040958"/>
                  </a:cubicBezTo>
                  <a:cubicBezTo>
                    <a:pt x="2884755" y="1795586"/>
                    <a:pt x="2971211" y="1554114"/>
                    <a:pt x="2946256" y="1251272"/>
                  </a:cubicBezTo>
                  <a:cubicBezTo>
                    <a:pt x="2923464" y="974697"/>
                    <a:pt x="2832387" y="697974"/>
                    <a:pt x="2652120" y="483379"/>
                  </a:cubicBezTo>
                  <a:cubicBezTo>
                    <a:pt x="2458339" y="252740"/>
                    <a:pt x="2174740" y="108722"/>
                    <a:pt x="1879994" y="46556"/>
                  </a:cubicBezTo>
                  <a:cubicBezTo>
                    <a:pt x="1738897" y="16872"/>
                    <a:pt x="1595193" y="1300"/>
                    <a:pt x="1451008" y="66"/>
                  </a:cubicBezTo>
                  <a:close/>
                </a:path>
              </a:pathLst>
            </a:custGeom>
            <a:solidFill>
              <a:srgbClr val="6A9AB0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391C0FA-4699-D9F3-AA8D-A1764DCBC889}"/>
                </a:ext>
              </a:extLst>
            </p:cNvPr>
            <p:cNvSpPr/>
            <p:nvPr/>
          </p:nvSpPr>
          <p:spPr>
            <a:xfrm>
              <a:off x="5858428" y="5057192"/>
              <a:ext cx="871779" cy="929676"/>
            </a:xfrm>
            <a:custGeom>
              <a:avLst/>
              <a:gdLst>
                <a:gd name="connsiteX0" fmla="*/ 871780 w 871779"/>
                <a:gd name="connsiteY0" fmla="*/ 445955 h 929676"/>
                <a:gd name="connsiteX1" fmla="*/ 472869 w 871779"/>
                <a:gd name="connsiteY1" fmla="*/ 929675 h 929676"/>
                <a:gd name="connsiteX2" fmla="*/ 179547 w 871779"/>
                <a:gd name="connsiteY2" fmla="*/ 912372 h 929676"/>
                <a:gd name="connsiteX3" fmla="*/ 0 w 871779"/>
                <a:gd name="connsiteY3" fmla="*/ 509063 h 929676"/>
                <a:gd name="connsiteX4" fmla="*/ 343307 w 871779"/>
                <a:gd name="connsiteY4" fmla="*/ 0 h 929676"/>
                <a:gd name="connsiteX5" fmla="*/ 871780 w 871779"/>
                <a:gd name="connsiteY5" fmla="*/ 445955 h 929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1779" h="929676">
                  <a:moveTo>
                    <a:pt x="871780" y="445955"/>
                  </a:moveTo>
                  <a:cubicBezTo>
                    <a:pt x="871780" y="702603"/>
                    <a:pt x="729444" y="929675"/>
                    <a:pt x="472869" y="929675"/>
                  </a:cubicBezTo>
                  <a:cubicBezTo>
                    <a:pt x="417414" y="929675"/>
                    <a:pt x="228865" y="930174"/>
                    <a:pt x="179547" y="912372"/>
                  </a:cubicBezTo>
                  <a:cubicBezTo>
                    <a:pt x="647" y="847674"/>
                    <a:pt x="0" y="710274"/>
                    <a:pt x="0" y="509063"/>
                  </a:cubicBezTo>
                  <a:cubicBezTo>
                    <a:pt x="0" y="252415"/>
                    <a:pt x="86659" y="0"/>
                    <a:pt x="343307" y="0"/>
                  </a:cubicBezTo>
                  <a:cubicBezTo>
                    <a:pt x="599955" y="0"/>
                    <a:pt x="871780" y="189307"/>
                    <a:pt x="871780" y="445955"/>
                  </a:cubicBezTo>
                  <a:close/>
                </a:path>
              </a:pathLst>
            </a:custGeom>
            <a:solidFill>
              <a:srgbClr val="3A6D8C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6371CB-7511-93E1-7041-7F9181B8DC79}"/>
                </a:ext>
              </a:extLst>
            </p:cNvPr>
            <p:cNvSpPr/>
            <p:nvPr/>
          </p:nvSpPr>
          <p:spPr>
            <a:xfrm>
              <a:off x="4625637" y="860899"/>
              <a:ext cx="2950461" cy="3958095"/>
            </a:xfrm>
            <a:custGeom>
              <a:avLst/>
              <a:gdLst>
                <a:gd name="connsiteX0" fmla="*/ 1451009 w 2950461"/>
                <a:gd name="connsiteY0" fmla="*/ 66 h 3958095"/>
                <a:gd name="connsiteX1" fmla="*/ 772455 w 2950461"/>
                <a:gd name="connsiteY1" fmla="*/ 121920 h 3958095"/>
                <a:gd name="connsiteX2" fmla="*/ 35580 w 2950461"/>
                <a:gd name="connsiteY2" fmla="*/ 1401833 h 3958095"/>
                <a:gd name="connsiteX3" fmla="*/ 385541 w 2950461"/>
                <a:gd name="connsiteY3" fmla="*/ 1878585 h 3958095"/>
                <a:gd name="connsiteX4" fmla="*/ 690806 w 2950461"/>
                <a:gd name="connsiteY4" fmla="*/ 1884648 h 3958095"/>
                <a:gd name="connsiteX5" fmla="*/ 983167 w 2950461"/>
                <a:gd name="connsiteY5" fmla="*/ 1294287 h 3958095"/>
                <a:gd name="connsiteX6" fmla="*/ 838761 w 2950461"/>
                <a:gd name="connsiteY6" fmla="*/ 1044349 h 3958095"/>
                <a:gd name="connsiteX7" fmla="*/ 821533 w 2950461"/>
                <a:gd name="connsiteY7" fmla="*/ 764834 h 3958095"/>
                <a:gd name="connsiteX8" fmla="*/ 1333332 w 2950461"/>
                <a:gd name="connsiteY8" fmla="*/ 543715 h 3958095"/>
                <a:gd name="connsiteX9" fmla="*/ 1824501 w 2950461"/>
                <a:gd name="connsiteY9" fmla="*/ 819698 h 3958095"/>
                <a:gd name="connsiteX10" fmla="*/ 1973677 w 2950461"/>
                <a:gd name="connsiteY10" fmla="*/ 1537311 h 3958095"/>
                <a:gd name="connsiteX11" fmla="*/ 1674513 w 2950461"/>
                <a:gd name="connsiteY11" fmla="*/ 2205273 h 3958095"/>
                <a:gd name="connsiteX12" fmla="*/ 1277359 w 2950461"/>
                <a:gd name="connsiteY12" fmla="*/ 2751621 h 3958095"/>
                <a:gd name="connsiteX13" fmla="*/ 1157205 w 2950461"/>
                <a:gd name="connsiteY13" fmla="*/ 3353332 h 3958095"/>
                <a:gd name="connsiteX14" fmla="*/ 1170699 w 2950461"/>
                <a:gd name="connsiteY14" fmla="*/ 3924006 h 3958095"/>
                <a:gd name="connsiteX15" fmla="*/ 1200072 w 2950461"/>
                <a:gd name="connsiteY15" fmla="*/ 3953472 h 3958095"/>
                <a:gd name="connsiteX16" fmla="*/ 1612292 w 2950461"/>
                <a:gd name="connsiteY16" fmla="*/ 3958093 h 3958095"/>
                <a:gd name="connsiteX17" fmla="*/ 1645565 w 2950461"/>
                <a:gd name="connsiteY17" fmla="*/ 3925670 h 3958095"/>
                <a:gd name="connsiteX18" fmla="*/ 2258090 w 2950461"/>
                <a:gd name="connsiteY18" fmla="*/ 2460572 h 3958095"/>
                <a:gd name="connsiteX19" fmla="*/ 2709479 w 2950461"/>
                <a:gd name="connsiteY19" fmla="*/ 2040958 h 3958095"/>
                <a:gd name="connsiteX20" fmla="*/ 2946237 w 2950461"/>
                <a:gd name="connsiteY20" fmla="*/ 1251290 h 3958095"/>
                <a:gd name="connsiteX21" fmla="*/ 2652138 w 2950461"/>
                <a:gd name="connsiteY21" fmla="*/ 483379 h 3958095"/>
                <a:gd name="connsiteX22" fmla="*/ 1880013 w 2950461"/>
                <a:gd name="connsiteY22" fmla="*/ 46556 h 3958095"/>
                <a:gd name="connsiteX23" fmla="*/ 1451009 w 2950461"/>
                <a:gd name="connsiteY23" fmla="*/ 66 h 395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50461" h="3958095">
                  <a:moveTo>
                    <a:pt x="1451009" y="66"/>
                  </a:moveTo>
                  <a:cubicBezTo>
                    <a:pt x="1217116" y="-1783"/>
                    <a:pt x="981189" y="35317"/>
                    <a:pt x="772455" y="121920"/>
                  </a:cubicBezTo>
                  <a:cubicBezTo>
                    <a:pt x="286572" y="323519"/>
                    <a:pt x="-125795" y="856964"/>
                    <a:pt x="35580" y="1401833"/>
                  </a:cubicBezTo>
                  <a:cubicBezTo>
                    <a:pt x="88004" y="1578847"/>
                    <a:pt x="209211" y="1801649"/>
                    <a:pt x="385541" y="1878585"/>
                  </a:cubicBezTo>
                  <a:cubicBezTo>
                    <a:pt x="480943" y="1920195"/>
                    <a:pt x="592021" y="1917404"/>
                    <a:pt x="690806" y="1884648"/>
                  </a:cubicBezTo>
                  <a:cubicBezTo>
                    <a:pt x="953295" y="1797472"/>
                    <a:pt x="1125965" y="1558884"/>
                    <a:pt x="983167" y="1294287"/>
                  </a:cubicBezTo>
                  <a:cubicBezTo>
                    <a:pt x="937435" y="1209569"/>
                    <a:pt x="878245" y="1132153"/>
                    <a:pt x="838761" y="1044349"/>
                  </a:cubicBezTo>
                  <a:cubicBezTo>
                    <a:pt x="799277" y="956544"/>
                    <a:pt x="781272" y="852306"/>
                    <a:pt x="821533" y="764834"/>
                  </a:cubicBezTo>
                  <a:cubicBezTo>
                    <a:pt x="900557" y="593144"/>
                    <a:pt x="1163083" y="538576"/>
                    <a:pt x="1333332" y="543715"/>
                  </a:cubicBezTo>
                  <a:cubicBezTo>
                    <a:pt x="1534284" y="549796"/>
                    <a:pt x="1716363" y="649191"/>
                    <a:pt x="1824501" y="819698"/>
                  </a:cubicBezTo>
                  <a:cubicBezTo>
                    <a:pt x="1959258" y="1032185"/>
                    <a:pt x="1993400" y="1290645"/>
                    <a:pt x="1973677" y="1537311"/>
                  </a:cubicBezTo>
                  <a:cubicBezTo>
                    <a:pt x="1952585" y="1801243"/>
                    <a:pt x="1841286" y="2002805"/>
                    <a:pt x="1674513" y="2205273"/>
                  </a:cubicBezTo>
                  <a:cubicBezTo>
                    <a:pt x="1530920" y="2379607"/>
                    <a:pt x="1372798" y="2546935"/>
                    <a:pt x="1277359" y="2751621"/>
                  </a:cubicBezTo>
                  <a:cubicBezTo>
                    <a:pt x="1189757" y="2939541"/>
                    <a:pt x="1161124" y="3147740"/>
                    <a:pt x="1157205" y="3353332"/>
                  </a:cubicBezTo>
                  <a:cubicBezTo>
                    <a:pt x="1156429" y="3393168"/>
                    <a:pt x="1169849" y="3809287"/>
                    <a:pt x="1170699" y="3924006"/>
                  </a:cubicBezTo>
                  <a:cubicBezTo>
                    <a:pt x="1170810" y="3940199"/>
                    <a:pt x="1183879" y="3953306"/>
                    <a:pt x="1200072" y="3953472"/>
                  </a:cubicBezTo>
                  <a:lnTo>
                    <a:pt x="1612292" y="3958093"/>
                  </a:lnTo>
                  <a:cubicBezTo>
                    <a:pt x="1630426" y="3958315"/>
                    <a:pt x="1645325" y="3943804"/>
                    <a:pt x="1645565" y="3925670"/>
                  </a:cubicBezTo>
                  <a:cubicBezTo>
                    <a:pt x="1651850" y="3367529"/>
                    <a:pt x="1823522" y="2835433"/>
                    <a:pt x="2258090" y="2460572"/>
                  </a:cubicBezTo>
                  <a:cubicBezTo>
                    <a:pt x="2416230" y="2324188"/>
                    <a:pt x="2586516" y="2213111"/>
                    <a:pt x="2709479" y="2040958"/>
                  </a:cubicBezTo>
                  <a:cubicBezTo>
                    <a:pt x="2884737" y="1795586"/>
                    <a:pt x="2971192" y="1554114"/>
                    <a:pt x="2946237" y="1251290"/>
                  </a:cubicBezTo>
                  <a:cubicBezTo>
                    <a:pt x="2923482" y="974678"/>
                    <a:pt x="2832424" y="697973"/>
                    <a:pt x="2652138" y="483379"/>
                  </a:cubicBezTo>
                  <a:cubicBezTo>
                    <a:pt x="2458377" y="252740"/>
                    <a:pt x="2174777" y="108721"/>
                    <a:pt x="1880013" y="46556"/>
                  </a:cubicBezTo>
                  <a:cubicBezTo>
                    <a:pt x="1738915" y="16871"/>
                    <a:pt x="1595193" y="1297"/>
                    <a:pt x="1451009" y="6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1635113-724E-4A4F-0B19-31D41CF74CBC}"/>
                </a:ext>
              </a:extLst>
            </p:cNvPr>
            <p:cNvSpPr/>
            <p:nvPr/>
          </p:nvSpPr>
          <p:spPr>
            <a:xfrm>
              <a:off x="5636162" y="5043051"/>
              <a:ext cx="929434" cy="929434"/>
            </a:xfrm>
            <a:custGeom>
              <a:avLst/>
              <a:gdLst>
                <a:gd name="connsiteX0" fmla="*/ 929435 w 929434"/>
                <a:gd name="connsiteY0" fmla="*/ 464717 h 929434"/>
                <a:gd name="connsiteX1" fmla="*/ 464717 w 929434"/>
                <a:gd name="connsiteY1" fmla="*/ 929435 h 929434"/>
                <a:gd name="connsiteX2" fmla="*/ 0 w 929434"/>
                <a:gd name="connsiteY2" fmla="*/ 464717 h 929434"/>
                <a:gd name="connsiteX3" fmla="*/ 464717 w 929434"/>
                <a:gd name="connsiteY3" fmla="*/ 0 h 929434"/>
                <a:gd name="connsiteX4" fmla="*/ 929435 w 929434"/>
                <a:gd name="connsiteY4" fmla="*/ 464717 h 929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434" h="929434">
                  <a:moveTo>
                    <a:pt x="929435" y="464717"/>
                  </a:moveTo>
                  <a:cubicBezTo>
                    <a:pt x="929435" y="721374"/>
                    <a:pt x="721374" y="929435"/>
                    <a:pt x="464717" y="929435"/>
                  </a:cubicBezTo>
                  <a:cubicBezTo>
                    <a:pt x="208061" y="929435"/>
                    <a:pt x="0" y="721373"/>
                    <a:pt x="0" y="464717"/>
                  </a:cubicBezTo>
                  <a:cubicBezTo>
                    <a:pt x="0" y="208061"/>
                    <a:pt x="208061" y="0"/>
                    <a:pt x="464717" y="0"/>
                  </a:cubicBezTo>
                  <a:cubicBezTo>
                    <a:pt x="721374" y="0"/>
                    <a:pt x="929435" y="208061"/>
                    <a:pt x="929435" y="464717"/>
                  </a:cubicBezTo>
                  <a:close/>
                </a:path>
              </a:pathLst>
            </a:custGeom>
            <a:solidFill>
              <a:srgbClr val="3A6D8C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E30E90-23AB-7A37-9C3E-6769443C9F82}"/>
                </a:ext>
              </a:extLst>
            </p:cNvPr>
            <p:cNvSpPr/>
            <p:nvPr/>
          </p:nvSpPr>
          <p:spPr>
            <a:xfrm>
              <a:off x="4790997" y="1002942"/>
              <a:ext cx="1861802" cy="1206427"/>
            </a:xfrm>
            <a:custGeom>
              <a:avLst/>
              <a:gdLst>
                <a:gd name="connsiteX0" fmla="*/ 23980 w 1861802"/>
                <a:gd name="connsiteY0" fmla="*/ 1206424 h 1206427"/>
                <a:gd name="connsiteX1" fmla="*/ 18176 w 1861802"/>
                <a:gd name="connsiteY1" fmla="*/ 1201747 h 1206427"/>
                <a:gd name="connsiteX2" fmla="*/ 142987 w 1861802"/>
                <a:gd name="connsiteY2" fmla="*/ 562493 h 1206427"/>
                <a:gd name="connsiteX3" fmla="*/ 802908 w 1861802"/>
                <a:gd name="connsiteY3" fmla="*/ 54002 h 1206427"/>
                <a:gd name="connsiteX4" fmla="*/ 1857709 w 1861802"/>
                <a:gd name="connsiteY4" fmla="*/ 109587 h 1206427"/>
                <a:gd name="connsiteX5" fmla="*/ 1861499 w 1861802"/>
                <a:gd name="connsiteY5" fmla="*/ 117129 h 1206427"/>
                <a:gd name="connsiteX6" fmla="*/ 1854179 w 1861802"/>
                <a:gd name="connsiteY6" fmla="*/ 120993 h 1206427"/>
                <a:gd name="connsiteX7" fmla="*/ 806346 w 1861802"/>
                <a:gd name="connsiteY7" fmla="*/ 65537 h 1206427"/>
                <a:gd name="connsiteX8" fmla="*/ 153247 w 1861802"/>
                <a:gd name="connsiteY8" fmla="*/ 568852 h 1206427"/>
                <a:gd name="connsiteX9" fmla="*/ 29951 w 1861802"/>
                <a:gd name="connsiteY9" fmla="*/ 1199196 h 1206427"/>
                <a:gd name="connsiteX10" fmla="*/ 25403 w 1861802"/>
                <a:gd name="connsiteY10" fmla="*/ 1206294 h 1206427"/>
                <a:gd name="connsiteX11" fmla="*/ 23980 w 1861802"/>
                <a:gd name="connsiteY11" fmla="*/ 1206424 h 1206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61802" h="1206427">
                  <a:moveTo>
                    <a:pt x="23980" y="1206424"/>
                  </a:moveTo>
                  <a:cubicBezTo>
                    <a:pt x="21189" y="1206424"/>
                    <a:pt x="18767" y="1204483"/>
                    <a:pt x="18176" y="1201747"/>
                  </a:cubicBezTo>
                  <a:cubicBezTo>
                    <a:pt x="-14395" y="1054697"/>
                    <a:pt x="-19183" y="824428"/>
                    <a:pt x="142987" y="562493"/>
                  </a:cubicBezTo>
                  <a:cubicBezTo>
                    <a:pt x="301258" y="306806"/>
                    <a:pt x="523283" y="135725"/>
                    <a:pt x="802908" y="54002"/>
                  </a:cubicBezTo>
                  <a:cubicBezTo>
                    <a:pt x="1101795" y="-33358"/>
                    <a:pt x="1456581" y="-14652"/>
                    <a:pt x="1857709" y="109587"/>
                  </a:cubicBezTo>
                  <a:cubicBezTo>
                    <a:pt x="1860833" y="110621"/>
                    <a:pt x="1862534" y="113998"/>
                    <a:pt x="1861499" y="117129"/>
                  </a:cubicBezTo>
                  <a:cubicBezTo>
                    <a:pt x="1860501" y="120177"/>
                    <a:pt x="1857266" y="121884"/>
                    <a:pt x="1854179" y="120993"/>
                  </a:cubicBezTo>
                  <a:cubicBezTo>
                    <a:pt x="1455472" y="-2562"/>
                    <a:pt x="1102941" y="-21232"/>
                    <a:pt x="806346" y="65537"/>
                  </a:cubicBezTo>
                  <a:cubicBezTo>
                    <a:pt x="529660" y="146428"/>
                    <a:pt x="309927" y="315753"/>
                    <a:pt x="153247" y="568852"/>
                  </a:cubicBezTo>
                  <a:cubicBezTo>
                    <a:pt x="-6798" y="827404"/>
                    <a:pt x="-2140" y="1054383"/>
                    <a:pt x="29951" y="1199196"/>
                  </a:cubicBezTo>
                  <a:cubicBezTo>
                    <a:pt x="30653" y="1202413"/>
                    <a:pt x="28620" y="1205592"/>
                    <a:pt x="25403" y="1206294"/>
                  </a:cubicBezTo>
                  <a:cubicBezTo>
                    <a:pt x="24941" y="1206387"/>
                    <a:pt x="24461" y="1206442"/>
                    <a:pt x="23980" y="1206424"/>
                  </a:cubicBezTo>
                  <a:close/>
                </a:path>
              </a:pathLst>
            </a:custGeom>
            <a:solidFill>
              <a:srgbClr val="FFFFFF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61413C-769C-9C49-0296-B85F3F683459}"/>
                </a:ext>
              </a:extLst>
            </p:cNvPr>
            <p:cNvSpPr/>
            <p:nvPr/>
          </p:nvSpPr>
          <p:spPr>
            <a:xfrm>
              <a:off x="4841724" y="2306280"/>
              <a:ext cx="76984" cy="139677"/>
            </a:xfrm>
            <a:custGeom>
              <a:avLst/>
              <a:gdLst>
                <a:gd name="connsiteX0" fmla="*/ 71076 w 76984"/>
                <a:gd name="connsiteY0" fmla="*/ 139677 h 139677"/>
                <a:gd name="connsiteX1" fmla="*/ 66252 w 76984"/>
                <a:gd name="connsiteY1" fmla="*/ 137219 h 139677"/>
                <a:gd name="connsiteX2" fmla="*/ 204 w 76984"/>
                <a:gd name="connsiteY2" fmla="*/ 7527 h 139677"/>
                <a:gd name="connsiteX3" fmla="*/ 4419 w 76984"/>
                <a:gd name="connsiteY3" fmla="*/ 207 h 139677"/>
                <a:gd name="connsiteX4" fmla="*/ 11295 w 76984"/>
                <a:gd name="connsiteY4" fmla="*/ 3275 h 139677"/>
                <a:gd name="connsiteX5" fmla="*/ 75827 w 76984"/>
                <a:gd name="connsiteY5" fmla="*/ 130194 h 139677"/>
                <a:gd name="connsiteX6" fmla="*/ 74570 w 76984"/>
                <a:gd name="connsiteY6" fmla="*/ 138513 h 139677"/>
                <a:gd name="connsiteX7" fmla="*/ 71021 w 76984"/>
                <a:gd name="connsiteY7" fmla="*/ 139677 h 139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984" h="139677">
                  <a:moveTo>
                    <a:pt x="71076" y="139677"/>
                  </a:moveTo>
                  <a:cubicBezTo>
                    <a:pt x="69172" y="139677"/>
                    <a:pt x="67379" y="138772"/>
                    <a:pt x="66252" y="137219"/>
                  </a:cubicBezTo>
                  <a:cubicBezTo>
                    <a:pt x="64847" y="135370"/>
                    <a:pt x="31352" y="89028"/>
                    <a:pt x="204" y="7527"/>
                  </a:cubicBezTo>
                  <a:cubicBezTo>
                    <a:pt x="-646" y="4348"/>
                    <a:pt x="1239" y="1076"/>
                    <a:pt x="4419" y="207"/>
                  </a:cubicBezTo>
                  <a:cubicBezTo>
                    <a:pt x="7154" y="-533"/>
                    <a:pt x="10020" y="761"/>
                    <a:pt x="11295" y="3275"/>
                  </a:cubicBezTo>
                  <a:cubicBezTo>
                    <a:pt x="41870" y="83298"/>
                    <a:pt x="75494" y="129732"/>
                    <a:pt x="75827" y="130194"/>
                  </a:cubicBezTo>
                  <a:cubicBezTo>
                    <a:pt x="77768" y="132838"/>
                    <a:pt x="77213" y="136572"/>
                    <a:pt x="74570" y="138513"/>
                  </a:cubicBezTo>
                  <a:cubicBezTo>
                    <a:pt x="73535" y="139271"/>
                    <a:pt x="72296" y="139677"/>
                    <a:pt x="71021" y="139677"/>
                  </a:cubicBezTo>
                  <a:close/>
                </a:path>
              </a:pathLst>
            </a:custGeom>
            <a:solidFill>
              <a:srgbClr val="FFFFFF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CECCCE2-0336-E3F8-6BB2-F2994D398648}"/>
                </a:ext>
              </a:extLst>
            </p:cNvPr>
            <p:cNvSpPr/>
            <p:nvPr/>
          </p:nvSpPr>
          <p:spPr>
            <a:xfrm>
              <a:off x="6095234" y="5157602"/>
              <a:ext cx="167134" cy="48987"/>
            </a:xfrm>
            <a:custGeom>
              <a:avLst/>
              <a:gdLst>
                <a:gd name="connsiteX0" fmla="*/ 161143 w 167134"/>
                <a:gd name="connsiteY0" fmla="*/ 48987 h 48987"/>
                <a:gd name="connsiteX1" fmla="*/ 158463 w 167134"/>
                <a:gd name="connsiteY1" fmla="*/ 48322 h 48987"/>
                <a:gd name="connsiteX2" fmla="*/ 5646 w 167134"/>
                <a:gd name="connsiteY2" fmla="*/ 11925 h 48987"/>
                <a:gd name="connsiteX3" fmla="*/ 8 w 167134"/>
                <a:gd name="connsiteY3" fmla="*/ 5640 h 48987"/>
                <a:gd name="connsiteX4" fmla="*/ 5646 w 167134"/>
                <a:gd name="connsiteY4" fmla="*/ 2 h 48987"/>
                <a:gd name="connsiteX5" fmla="*/ 163860 w 167134"/>
                <a:gd name="connsiteY5" fmla="*/ 37693 h 48987"/>
                <a:gd name="connsiteX6" fmla="*/ 166485 w 167134"/>
                <a:gd name="connsiteY6" fmla="*/ 45716 h 48987"/>
                <a:gd name="connsiteX7" fmla="*/ 161143 w 167134"/>
                <a:gd name="connsiteY7" fmla="*/ 48987 h 4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134" h="48987">
                  <a:moveTo>
                    <a:pt x="161143" y="48987"/>
                  </a:moveTo>
                  <a:cubicBezTo>
                    <a:pt x="160200" y="48987"/>
                    <a:pt x="159295" y="48747"/>
                    <a:pt x="158463" y="48322"/>
                  </a:cubicBezTo>
                  <a:cubicBezTo>
                    <a:pt x="111122" y="24236"/>
                    <a:pt x="58754" y="11758"/>
                    <a:pt x="5646" y="11925"/>
                  </a:cubicBezTo>
                  <a:cubicBezTo>
                    <a:pt x="2355" y="11740"/>
                    <a:pt x="-159" y="8930"/>
                    <a:pt x="8" y="5640"/>
                  </a:cubicBezTo>
                  <a:cubicBezTo>
                    <a:pt x="193" y="2590"/>
                    <a:pt x="2614" y="168"/>
                    <a:pt x="5646" y="2"/>
                  </a:cubicBezTo>
                  <a:cubicBezTo>
                    <a:pt x="60621" y="-164"/>
                    <a:pt x="114856" y="12757"/>
                    <a:pt x="163860" y="37693"/>
                  </a:cubicBezTo>
                  <a:cubicBezTo>
                    <a:pt x="166800" y="39191"/>
                    <a:pt x="167983" y="42777"/>
                    <a:pt x="166485" y="45716"/>
                  </a:cubicBezTo>
                  <a:cubicBezTo>
                    <a:pt x="165469" y="47730"/>
                    <a:pt x="163398" y="48987"/>
                    <a:pt x="161143" y="48987"/>
                  </a:cubicBezTo>
                  <a:close/>
                </a:path>
              </a:pathLst>
            </a:custGeom>
            <a:solidFill>
              <a:srgbClr val="FFFFFF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45E2688-6522-AD6F-CD84-ECDAE4FC8A27}"/>
                </a:ext>
              </a:extLst>
            </p:cNvPr>
            <p:cNvSpPr/>
            <p:nvPr/>
          </p:nvSpPr>
          <p:spPr>
            <a:xfrm>
              <a:off x="5750733" y="5198631"/>
              <a:ext cx="193129" cy="600574"/>
            </a:xfrm>
            <a:custGeom>
              <a:avLst/>
              <a:gdLst>
                <a:gd name="connsiteX0" fmla="*/ 157697 w 193129"/>
                <a:gd name="connsiteY0" fmla="*/ 600538 h 600574"/>
                <a:gd name="connsiteX1" fmla="*/ 154370 w 193129"/>
                <a:gd name="connsiteY1" fmla="*/ 599502 h 600574"/>
                <a:gd name="connsiteX2" fmla="*/ 59948 w 193129"/>
                <a:gd name="connsiteY2" fmla="*/ 113250 h 600574"/>
                <a:gd name="connsiteX3" fmla="*/ 184593 w 193129"/>
                <a:gd name="connsiteY3" fmla="*/ 583 h 600574"/>
                <a:gd name="connsiteX4" fmla="*/ 192542 w 193129"/>
                <a:gd name="connsiteY4" fmla="*/ 3411 h 600574"/>
                <a:gd name="connsiteX5" fmla="*/ 190250 w 193129"/>
                <a:gd name="connsiteY5" fmla="*/ 11082 h 600574"/>
                <a:gd name="connsiteX6" fmla="*/ 52054 w 193129"/>
                <a:gd name="connsiteY6" fmla="*/ 469090 h 600574"/>
                <a:gd name="connsiteX7" fmla="*/ 161043 w 193129"/>
                <a:gd name="connsiteY7" fmla="*/ 589668 h 600574"/>
                <a:gd name="connsiteX8" fmla="*/ 162614 w 193129"/>
                <a:gd name="connsiteY8" fmla="*/ 597968 h 600574"/>
                <a:gd name="connsiteX9" fmla="*/ 157697 w 193129"/>
                <a:gd name="connsiteY9" fmla="*/ 600575 h 600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129" h="600574">
                  <a:moveTo>
                    <a:pt x="157697" y="600538"/>
                  </a:moveTo>
                  <a:cubicBezTo>
                    <a:pt x="156514" y="600538"/>
                    <a:pt x="155350" y="600186"/>
                    <a:pt x="154370" y="599502"/>
                  </a:cubicBezTo>
                  <a:cubicBezTo>
                    <a:pt x="-5971" y="491290"/>
                    <a:pt x="-48246" y="273590"/>
                    <a:pt x="59948" y="113250"/>
                  </a:cubicBezTo>
                  <a:cubicBezTo>
                    <a:pt x="91742" y="66131"/>
                    <a:pt x="134517" y="27460"/>
                    <a:pt x="184593" y="583"/>
                  </a:cubicBezTo>
                  <a:cubicBezTo>
                    <a:pt x="187569" y="-840"/>
                    <a:pt x="191137" y="435"/>
                    <a:pt x="192542" y="3411"/>
                  </a:cubicBezTo>
                  <a:cubicBezTo>
                    <a:pt x="193873" y="6184"/>
                    <a:pt x="192875" y="9493"/>
                    <a:pt x="190250" y="11082"/>
                  </a:cubicBezTo>
                  <a:cubicBezTo>
                    <a:pt x="25621" y="99386"/>
                    <a:pt x="-36268" y="304442"/>
                    <a:pt x="52054" y="469090"/>
                  </a:cubicBezTo>
                  <a:cubicBezTo>
                    <a:pt x="78044" y="517539"/>
                    <a:pt x="115459" y="558927"/>
                    <a:pt x="161043" y="589668"/>
                  </a:cubicBezTo>
                  <a:cubicBezTo>
                    <a:pt x="163760" y="591517"/>
                    <a:pt x="164481" y="595233"/>
                    <a:pt x="162614" y="597968"/>
                  </a:cubicBezTo>
                  <a:cubicBezTo>
                    <a:pt x="161505" y="599595"/>
                    <a:pt x="159675" y="600575"/>
                    <a:pt x="157697" y="600575"/>
                  </a:cubicBezTo>
                  <a:close/>
                </a:path>
              </a:pathLst>
            </a:custGeom>
            <a:solidFill>
              <a:srgbClr val="FFFFFF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843310AF-984C-E842-1A66-BE824EB68575}"/>
                </a:ext>
              </a:extLst>
            </p:cNvPr>
            <p:cNvGrpSpPr/>
            <p:nvPr/>
          </p:nvGrpSpPr>
          <p:grpSpPr>
            <a:xfrm>
              <a:off x="3637226" y="1584899"/>
              <a:ext cx="920900" cy="592604"/>
              <a:chOff x="3637226" y="1584899"/>
              <a:chExt cx="920900" cy="592604"/>
            </a:xfrm>
            <a:solidFill>
              <a:srgbClr val="B37CFF"/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A2DB32E-E3AF-2861-61A7-B7E788FE4124}"/>
                  </a:ext>
                </a:extLst>
              </p:cNvPr>
              <p:cNvSpPr/>
              <p:nvPr/>
            </p:nvSpPr>
            <p:spPr>
              <a:xfrm>
                <a:off x="3643224" y="1584899"/>
                <a:ext cx="914902" cy="494005"/>
              </a:xfrm>
              <a:custGeom>
                <a:avLst/>
                <a:gdLst>
                  <a:gd name="connsiteX0" fmla="*/ 911815 w 914902"/>
                  <a:gd name="connsiteY0" fmla="*/ 145405 h 494005"/>
                  <a:gd name="connsiteX1" fmla="*/ 892054 w 914902"/>
                  <a:gd name="connsiteY1" fmla="*/ 147492 h 494005"/>
                  <a:gd name="connsiteX2" fmla="*/ 892035 w 914902"/>
                  <a:gd name="connsiteY2" fmla="*/ 147476 h 494005"/>
                  <a:gd name="connsiteX3" fmla="*/ 855416 w 914902"/>
                  <a:gd name="connsiteY3" fmla="*/ 120358 h 494005"/>
                  <a:gd name="connsiteX4" fmla="*/ 851516 w 914902"/>
                  <a:gd name="connsiteY4" fmla="*/ 101059 h 494005"/>
                  <a:gd name="connsiteX5" fmla="*/ 851664 w 914902"/>
                  <a:gd name="connsiteY5" fmla="*/ 100819 h 494005"/>
                  <a:gd name="connsiteX6" fmla="*/ 871203 w 914902"/>
                  <a:gd name="connsiteY6" fmla="*/ 97122 h 494005"/>
                  <a:gd name="connsiteX7" fmla="*/ 909726 w 914902"/>
                  <a:gd name="connsiteY7" fmla="*/ 125682 h 494005"/>
                  <a:gd name="connsiteX8" fmla="*/ 912683 w 914902"/>
                  <a:gd name="connsiteY8" fmla="*/ 144167 h 494005"/>
                  <a:gd name="connsiteX9" fmla="*/ 911815 w 914902"/>
                  <a:gd name="connsiteY9" fmla="*/ 145405 h 494005"/>
                  <a:gd name="connsiteX10" fmla="*/ 791458 w 914902"/>
                  <a:gd name="connsiteY10" fmla="*/ 83147 h 494005"/>
                  <a:gd name="connsiteX11" fmla="*/ 749792 w 914902"/>
                  <a:gd name="connsiteY11" fmla="*/ 64662 h 494005"/>
                  <a:gd name="connsiteX12" fmla="*/ 742111 w 914902"/>
                  <a:gd name="connsiteY12" fmla="*/ 46310 h 494005"/>
                  <a:gd name="connsiteX13" fmla="*/ 760051 w 914902"/>
                  <a:gd name="connsiteY13" fmla="*/ 38468 h 494005"/>
                  <a:gd name="connsiteX14" fmla="*/ 803898 w 914902"/>
                  <a:gd name="connsiteY14" fmla="*/ 57841 h 494005"/>
                  <a:gd name="connsiteX15" fmla="*/ 810276 w 914902"/>
                  <a:gd name="connsiteY15" fmla="*/ 76677 h 494005"/>
                  <a:gd name="connsiteX16" fmla="*/ 809462 w 914902"/>
                  <a:gd name="connsiteY16" fmla="*/ 78138 h 494005"/>
                  <a:gd name="connsiteX17" fmla="*/ 791458 w 914902"/>
                  <a:gd name="connsiteY17" fmla="*/ 83147 h 494005"/>
                  <a:gd name="connsiteX18" fmla="*/ 679216 w 914902"/>
                  <a:gd name="connsiteY18" fmla="*/ 42591 h 494005"/>
                  <a:gd name="connsiteX19" fmla="*/ 634500 w 914902"/>
                  <a:gd name="connsiteY19" fmla="*/ 33940 h 494005"/>
                  <a:gd name="connsiteX20" fmla="*/ 624039 w 914902"/>
                  <a:gd name="connsiteY20" fmla="*/ 17018 h 494005"/>
                  <a:gd name="connsiteX21" fmla="*/ 638659 w 914902"/>
                  <a:gd name="connsiteY21" fmla="*/ 6212 h 494005"/>
                  <a:gd name="connsiteX22" fmla="*/ 685741 w 914902"/>
                  <a:gd name="connsiteY22" fmla="*/ 15325 h 494005"/>
                  <a:gd name="connsiteX23" fmla="*/ 696148 w 914902"/>
                  <a:gd name="connsiteY23" fmla="*/ 32276 h 494005"/>
                  <a:gd name="connsiteX24" fmla="*/ 694300 w 914902"/>
                  <a:gd name="connsiteY24" fmla="*/ 36675 h 494005"/>
                  <a:gd name="connsiteX25" fmla="*/ 679216 w 914902"/>
                  <a:gd name="connsiteY25" fmla="*/ 42591 h 494005"/>
                  <a:gd name="connsiteX26" fmla="*/ 560726 w 914902"/>
                  <a:gd name="connsiteY26" fmla="*/ 28172 h 494005"/>
                  <a:gd name="connsiteX27" fmla="*/ 515197 w 914902"/>
                  <a:gd name="connsiteY27" fmla="*/ 29725 h 494005"/>
                  <a:gd name="connsiteX28" fmla="*/ 500425 w 914902"/>
                  <a:gd name="connsiteY28" fmla="*/ 16401 h 494005"/>
                  <a:gd name="connsiteX29" fmla="*/ 513034 w 914902"/>
                  <a:gd name="connsiteY29" fmla="*/ 1683 h 494005"/>
                  <a:gd name="connsiteX30" fmla="*/ 560966 w 914902"/>
                  <a:gd name="connsiteY30" fmla="*/ 38 h 494005"/>
                  <a:gd name="connsiteX31" fmla="*/ 574913 w 914902"/>
                  <a:gd name="connsiteY31" fmla="*/ 14225 h 494005"/>
                  <a:gd name="connsiteX32" fmla="*/ 560726 w 914902"/>
                  <a:gd name="connsiteY32" fmla="*/ 28172 h 494005"/>
                  <a:gd name="connsiteX33" fmla="*/ 441977 w 914902"/>
                  <a:gd name="connsiteY33" fmla="*/ 40502 h 494005"/>
                  <a:gd name="connsiteX34" fmla="*/ 397908 w 914902"/>
                  <a:gd name="connsiteY34" fmla="*/ 52111 h 494005"/>
                  <a:gd name="connsiteX35" fmla="*/ 380283 w 914902"/>
                  <a:gd name="connsiteY35" fmla="*/ 42785 h 494005"/>
                  <a:gd name="connsiteX36" fmla="*/ 389608 w 914902"/>
                  <a:gd name="connsiteY36" fmla="*/ 25159 h 494005"/>
                  <a:gd name="connsiteX37" fmla="*/ 435969 w 914902"/>
                  <a:gd name="connsiteY37" fmla="*/ 12940 h 494005"/>
                  <a:gd name="connsiteX38" fmla="*/ 452717 w 914902"/>
                  <a:gd name="connsiteY38" fmla="*/ 23680 h 494005"/>
                  <a:gd name="connsiteX39" fmla="*/ 441977 w 914902"/>
                  <a:gd name="connsiteY39" fmla="*/ 40428 h 494005"/>
                  <a:gd name="connsiteX40" fmla="*/ 328922 w 914902"/>
                  <a:gd name="connsiteY40" fmla="*/ 78766 h 494005"/>
                  <a:gd name="connsiteX41" fmla="*/ 288531 w 914902"/>
                  <a:gd name="connsiteY41" fmla="*/ 99839 h 494005"/>
                  <a:gd name="connsiteX42" fmla="*/ 269368 w 914902"/>
                  <a:gd name="connsiteY42" fmla="*/ 94495 h 494005"/>
                  <a:gd name="connsiteX43" fmla="*/ 274464 w 914902"/>
                  <a:gd name="connsiteY43" fmla="*/ 75476 h 494005"/>
                  <a:gd name="connsiteX44" fmla="*/ 316980 w 914902"/>
                  <a:gd name="connsiteY44" fmla="*/ 53294 h 494005"/>
                  <a:gd name="connsiteX45" fmla="*/ 335763 w 914902"/>
                  <a:gd name="connsiteY45" fmla="*/ 59852 h 494005"/>
                  <a:gd name="connsiteX46" fmla="*/ 329204 w 914902"/>
                  <a:gd name="connsiteY46" fmla="*/ 78633 h 494005"/>
                  <a:gd name="connsiteX47" fmla="*/ 328922 w 914902"/>
                  <a:gd name="connsiteY47" fmla="*/ 78766 h 494005"/>
                  <a:gd name="connsiteX48" fmla="*/ 11956 w 914902"/>
                  <a:gd name="connsiteY48" fmla="*/ 493832 h 494005"/>
                  <a:gd name="connsiteX49" fmla="*/ 159 w 914902"/>
                  <a:gd name="connsiteY49" fmla="*/ 477843 h 494005"/>
                  <a:gd name="connsiteX50" fmla="*/ 163 w 914902"/>
                  <a:gd name="connsiteY50" fmla="*/ 477824 h 494005"/>
                  <a:gd name="connsiteX51" fmla="*/ 9405 w 914902"/>
                  <a:gd name="connsiteY51" fmla="*/ 430742 h 494005"/>
                  <a:gd name="connsiteX52" fmla="*/ 26402 w 914902"/>
                  <a:gd name="connsiteY52" fmla="*/ 420391 h 494005"/>
                  <a:gd name="connsiteX53" fmla="*/ 36763 w 914902"/>
                  <a:gd name="connsiteY53" fmla="*/ 437379 h 494005"/>
                  <a:gd name="connsiteX54" fmla="*/ 28020 w 914902"/>
                  <a:gd name="connsiteY54" fmla="*/ 482076 h 494005"/>
                  <a:gd name="connsiteX55" fmla="*/ 25913 w 914902"/>
                  <a:gd name="connsiteY55" fmla="*/ 487621 h 494005"/>
                  <a:gd name="connsiteX56" fmla="*/ 11956 w 914902"/>
                  <a:gd name="connsiteY56" fmla="*/ 493832 h 494005"/>
                  <a:gd name="connsiteX57" fmla="*/ 227161 w 914902"/>
                  <a:gd name="connsiteY57" fmla="*/ 141154 h 494005"/>
                  <a:gd name="connsiteX58" fmla="*/ 192519 w 914902"/>
                  <a:gd name="connsiteY58" fmla="*/ 170730 h 494005"/>
                  <a:gd name="connsiteX59" fmla="*/ 172639 w 914902"/>
                  <a:gd name="connsiteY59" fmla="*/ 170000 h 494005"/>
                  <a:gd name="connsiteX60" fmla="*/ 173369 w 914902"/>
                  <a:gd name="connsiteY60" fmla="*/ 150119 h 494005"/>
                  <a:gd name="connsiteX61" fmla="*/ 209859 w 914902"/>
                  <a:gd name="connsiteY61" fmla="*/ 119027 h 494005"/>
                  <a:gd name="connsiteX62" fmla="*/ 229617 w 914902"/>
                  <a:gd name="connsiteY62" fmla="*/ 121554 h 494005"/>
                  <a:gd name="connsiteX63" fmla="*/ 230322 w 914902"/>
                  <a:gd name="connsiteY63" fmla="*/ 137789 h 494005"/>
                  <a:gd name="connsiteX64" fmla="*/ 227161 w 914902"/>
                  <a:gd name="connsiteY64" fmla="*/ 141154 h 494005"/>
                  <a:gd name="connsiteX65" fmla="*/ 40738 w 914902"/>
                  <a:gd name="connsiteY65" fmla="*/ 374695 h 494005"/>
                  <a:gd name="connsiteX66" fmla="*/ 32807 w 914902"/>
                  <a:gd name="connsiteY66" fmla="*/ 356450 h 494005"/>
                  <a:gd name="connsiteX67" fmla="*/ 52291 w 914902"/>
                  <a:gd name="connsiteY67" fmla="*/ 312622 h 494005"/>
                  <a:gd name="connsiteX68" fmla="*/ 71310 w 914902"/>
                  <a:gd name="connsiteY68" fmla="*/ 306781 h 494005"/>
                  <a:gd name="connsiteX69" fmla="*/ 77486 w 914902"/>
                  <a:gd name="connsiteY69" fmla="*/ 325118 h 494005"/>
                  <a:gd name="connsiteX70" fmla="*/ 59001 w 914902"/>
                  <a:gd name="connsiteY70" fmla="*/ 366765 h 494005"/>
                  <a:gd name="connsiteX71" fmla="*/ 40789 w 914902"/>
                  <a:gd name="connsiteY71" fmla="*/ 374714 h 494005"/>
                  <a:gd name="connsiteX72" fmla="*/ 40756 w 914902"/>
                  <a:gd name="connsiteY72" fmla="*/ 374695 h 494005"/>
                  <a:gd name="connsiteX73" fmla="*/ 142129 w 914902"/>
                  <a:gd name="connsiteY73" fmla="*/ 224670 h 494005"/>
                  <a:gd name="connsiteX74" fmla="*/ 114919 w 914902"/>
                  <a:gd name="connsiteY74" fmla="*/ 261196 h 494005"/>
                  <a:gd name="connsiteX75" fmla="*/ 95304 w 914902"/>
                  <a:gd name="connsiteY75" fmla="*/ 264524 h 494005"/>
                  <a:gd name="connsiteX76" fmla="*/ 91498 w 914902"/>
                  <a:gd name="connsiteY76" fmla="*/ 245632 h 494005"/>
                  <a:gd name="connsiteX77" fmla="*/ 91664 w 914902"/>
                  <a:gd name="connsiteY77" fmla="*/ 245392 h 494005"/>
                  <a:gd name="connsiteX78" fmla="*/ 120298 w 914902"/>
                  <a:gd name="connsiteY78" fmla="*/ 206924 h 494005"/>
                  <a:gd name="connsiteX79" fmla="*/ 140107 w 914902"/>
                  <a:gd name="connsiteY79" fmla="*/ 205079 h 494005"/>
                  <a:gd name="connsiteX80" fmla="*/ 142998 w 914902"/>
                  <a:gd name="connsiteY80" fmla="*/ 223450 h 494005"/>
                  <a:gd name="connsiteX81" fmla="*/ 142129 w 914902"/>
                  <a:gd name="connsiteY81" fmla="*/ 224670 h 494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914902" h="494005">
                    <a:moveTo>
                      <a:pt x="911815" y="145405"/>
                    </a:moveTo>
                    <a:cubicBezTo>
                      <a:pt x="906934" y="151437"/>
                      <a:pt x="898080" y="152372"/>
                      <a:pt x="892054" y="147492"/>
                    </a:cubicBezTo>
                    <a:cubicBezTo>
                      <a:pt x="892054" y="147487"/>
                      <a:pt x="892035" y="147481"/>
                      <a:pt x="892035" y="147476"/>
                    </a:cubicBezTo>
                    <a:cubicBezTo>
                      <a:pt x="880297" y="137993"/>
                      <a:pt x="868005" y="128861"/>
                      <a:pt x="855416" y="120358"/>
                    </a:cubicBezTo>
                    <a:cubicBezTo>
                      <a:pt x="849091" y="116053"/>
                      <a:pt x="847359" y="107483"/>
                      <a:pt x="851516" y="101059"/>
                    </a:cubicBezTo>
                    <a:lnTo>
                      <a:pt x="851664" y="100819"/>
                    </a:lnTo>
                    <a:cubicBezTo>
                      <a:pt x="856041" y="94406"/>
                      <a:pt x="864787" y="92750"/>
                      <a:pt x="871203" y="97122"/>
                    </a:cubicBezTo>
                    <a:cubicBezTo>
                      <a:pt x="884420" y="106069"/>
                      <a:pt x="897378" y="115607"/>
                      <a:pt x="909726" y="125682"/>
                    </a:cubicBezTo>
                    <a:cubicBezTo>
                      <a:pt x="915271" y="130197"/>
                      <a:pt x="916528" y="138148"/>
                      <a:pt x="912683" y="144167"/>
                    </a:cubicBezTo>
                    <a:cubicBezTo>
                      <a:pt x="912406" y="144610"/>
                      <a:pt x="912129" y="145017"/>
                      <a:pt x="911815" y="145405"/>
                    </a:cubicBezTo>
                    <a:close/>
                    <a:moveTo>
                      <a:pt x="791458" y="83147"/>
                    </a:moveTo>
                    <a:cubicBezTo>
                      <a:pt x="777852" y="76437"/>
                      <a:pt x="763841" y="70207"/>
                      <a:pt x="749792" y="64662"/>
                    </a:cubicBezTo>
                    <a:cubicBezTo>
                      <a:pt x="742603" y="61715"/>
                      <a:pt x="739165" y="53499"/>
                      <a:pt x="742111" y="46310"/>
                    </a:cubicBezTo>
                    <a:cubicBezTo>
                      <a:pt x="744991" y="39280"/>
                      <a:pt x="752935" y="35808"/>
                      <a:pt x="760051" y="38468"/>
                    </a:cubicBezTo>
                    <a:cubicBezTo>
                      <a:pt x="774840" y="44273"/>
                      <a:pt x="789628" y="50780"/>
                      <a:pt x="803898" y="57841"/>
                    </a:cubicBezTo>
                    <a:cubicBezTo>
                      <a:pt x="810858" y="61283"/>
                      <a:pt x="813714" y="69714"/>
                      <a:pt x="810276" y="76677"/>
                    </a:cubicBezTo>
                    <a:cubicBezTo>
                      <a:pt x="810037" y="77182"/>
                      <a:pt x="809765" y="77670"/>
                      <a:pt x="809462" y="78138"/>
                    </a:cubicBezTo>
                    <a:cubicBezTo>
                      <a:pt x="805597" y="84129"/>
                      <a:pt x="797861" y="86280"/>
                      <a:pt x="791458" y="83147"/>
                    </a:cubicBezTo>
                    <a:close/>
                    <a:moveTo>
                      <a:pt x="679216" y="42591"/>
                    </a:moveTo>
                    <a:cubicBezTo>
                      <a:pt x="664427" y="39079"/>
                      <a:pt x="649473" y="36176"/>
                      <a:pt x="634500" y="33940"/>
                    </a:cubicBezTo>
                    <a:cubicBezTo>
                      <a:pt x="626938" y="32156"/>
                      <a:pt x="622255" y="24579"/>
                      <a:pt x="624039" y="17018"/>
                    </a:cubicBezTo>
                    <a:cubicBezTo>
                      <a:pt x="625618" y="10328"/>
                      <a:pt x="631801" y="5759"/>
                      <a:pt x="638659" y="6212"/>
                    </a:cubicBezTo>
                    <a:cubicBezTo>
                      <a:pt x="654409" y="8578"/>
                      <a:pt x="670250" y="11628"/>
                      <a:pt x="685741" y="15325"/>
                    </a:cubicBezTo>
                    <a:cubicBezTo>
                      <a:pt x="693296" y="17133"/>
                      <a:pt x="697954" y="24721"/>
                      <a:pt x="696148" y="32276"/>
                    </a:cubicBezTo>
                    <a:cubicBezTo>
                      <a:pt x="695800" y="33842"/>
                      <a:pt x="695174" y="35331"/>
                      <a:pt x="694300" y="36675"/>
                    </a:cubicBezTo>
                    <a:cubicBezTo>
                      <a:pt x="691029" y="41641"/>
                      <a:pt x="684989" y="44008"/>
                      <a:pt x="679216" y="42591"/>
                    </a:cubicBezTo>
                    <a:close/>
                    <a:moveTo>
                      <a:pt x="560726" y="28172"/>
                    </a:moveTo>
                    <a:cubicBezTo>
                      <a:pt x="545586" y="28043"/>
                      <a:pt x="530262" y="28560"/>
                      <a:pt x="515197" y="29725"/>
                    </a:cubicBezTo>
                    <a:cubicBezTo>
                      <a:pt x="507438" y="30124"/>
                      <a:pt x="500824" y="24159"/>
                      <a:pt x="500425" y="16401"/>
                    </a:cubicBezTo>
                    <a:cubicBezTo>
                      <a:pt x="500039" y="8920"/>
                      <a:pt x="505583" y="2448"/>
                      <a:pt x="513034" y="1683"/>
                    </a:cubicBezTo>
                    <a:cubicBezTo>
                      <a:pt x="528913" y="463"/>
                      <a:pt x="545032" y="-166"/>
                      <a:pt x="560966" y="38"/>
                    </a:cubicBezTo>
                    <a:cubicBezTo>
                      <a:pt x="568735" y="104"/>
                      <a:pt x="574980" y="6456"/>
                      <a:pt x="574913" y="14225"/>
                    </a:cubicBezTo>
                    <a:cubicBezTo>
                      <a:pt x="574846" y="21995"/>
                      <a:pt x="568495" y="28239"/>
                      <a:pt x="560726" y="28172"/>
                    </a:cubicBezTo>
                    <a:close/>
                    <a:moveTo>
                      <a:pt x="441977" y="40502"/>
                    </a:moveTo>
                    <a:cubicBezTo>
                      <a:pt x="427189" y="43718"/>
                      <a:pt x="412401" y="47619"/>
                      <a:pt x="397908" y="52111"/>
                    </a:cubicBezTo>
                    <a:cubicBezTo>
                      <a:pt x="390466" y="54403"/>
                      <a:pt x="382575" y="50227"/>
                      <a:pt x="380283" y="42785"/>
                    </a:cubicBezTo>
                    <a:cubicBezTo>
                      <a:pt x="377990" y="35343"/>
                      <a:pt x="382166" y="27451"/>
                      <a:pt x="389608" y="25159"/>
                    </a:cubicBezTo>
                    <a:cubicBezTo>
                      <a:pt x="404840" y="20445"/>
                      <a:pt x="420442" y="16342"/>
                      <a:pt x="435969" y="12940"/>
                    </a:cubicBezTo>
                    <a:cubicBezTo>
                      <a:pt x="443559" y="11282"/>
                      <a:pt x="451059" y="16090"/>
                      <a:pt x="452717" y="23680"/>
                    </a:cubicBezTo>
                    <a:cubicBezTo>
                      <a:pt x="454375" y="31270"/>
                      <a:pt x="449567" y="38770"/>
                      <a:pt x="441977" y="40428"/>
                    </a:cubicBezTo>
                    <a:close/>
                    <a:moveTo>
                      <a:pt x="328922" y="78766"/>
                    </a:moveTo>
                    <a:cubicBezTo>
                      <a:pt x="315224" y="85180"/>
                      <a:pt x="301637" y="92279"/>
                      <a:pt x="288531" y="99839"/>
                    </a:cubicBezTo>
                    <a:cubicBezTo>
                      <a:pt x="281764" y="103655"/>
                      <a:pt x="273185" y="101263"/>
                      <a:pt x="269368" y="94495"/>
                    </a:cubicBezTo>
                    <a:cubicBezTo>
                      <a:pt x="265606" y="87826"/>
                      <a:pt x="267872" y="79372"/>
                      <a:pt x="274464" y="75476"/>
                    </a:cubicBezTo>
                    <a:cubicBezTo>
                      <a:pt x="288273" y="67509"/>
                      <a:pt x="302580" y="60059"/>
                      <a:pt x="316980" y="53294"/>
                    </a:cubicBezTo>
                    <a:cubicBezTo>
                      <a:pt x="323977" y="49918"/>
                      <a:pt x="332388" y="52854"/>
                      <a:pt x="335763" y="59852"/>
                    </a:cubicBezTo>
                    <a:cubicBezTo>
                      <a:pt x="339138" y="66849"/>
                      <a:pt x="336201" y="75258"/>
                      <a:pt x="329204" y="78633"/>
                    </a:cubicBezTo>
                    <a:cubicBezTo>
                      <a:pt x="329110" y="78679"/>
                      <a:pt x="329016" y="78724"/>
                      <a:pt x="328922" y="78766"/>
                    </a:cubicBezTo>
                    <a:close/>
                    <a:moveTo>
                      <a:pt x="11956" y="493832"/>
                    </a:moveTo>
                    <a:cubicBezTo>
                      <a:pt x="4285" y="492668"/>
                      <a:pt x="-998" y="485514"/>
                      <a:pt x="159" y="477843"/>
                    </a:cubicBezTo>
                    <a:cubicBezTo>
                      <a:pt x="161" y="477843"/>
                      <a:pt x="161" y="477824"/>
                      <a:pt x="163" y="477824"/>
                    </a:cubicBezTo>
                    <a:cubicBezTo>
                      <a:pt x="2529" y="462093"/>
                      <a:pt x="5708" y="446252"/>
                      <a:pt x="9405" y="430742"/>
                    </a:cubicBezTo>
                    <a:cubicBezTo>
                      <a:pt x="11237" y="423182"/>
                      <a:pt x="18847" y="418542"/>
                      <a:pt x="26402" y="420391"/>
                    </a:cubicBezTo>
                    <a:cubicBezTo>
                      <a:pt x="33957" y="422221"/>
                      <a:pt x="38595" y="429818"/>
                      <a:pt x="36763" y="437379"/>
                    </a:cubicBezTo>
                    <a:cubicBezTo>
                      <a:pt x="33214" y="452167"/>
                      <a:pt x="30275" y="467140"/>
                      <a:pt x="28020" y="482076"/>
                    </a:cubicBezTo>
                    <a:cubicBezTo>
                      <a:pt x="27733" y="484054"/>
                      <a:pt x="27014" y="485958"/>
                      <a:pt x="25913" y="487621"/>
                    </a:cubicBezTo>
                    <a:cubicBezTo>
                      <a:pt x="22894" y="492261"/>
                      <a:pt x="17426" y="494701"/>
                      <a:pt x="11956" y="493832"/>
                    </a:cubicBezTo>
                    <a:close/>
                    <a:moveTo>
                      <a:pt x="227161" y="141154"/>
                    </a:moveTo>
                    <a:cubicBezTo>
                      <a:pt x="215238" y="150396"/>
                      <a:pt x="203592" y="160378"/>
                      <a:pt x="192519" y="170730"/>
                    </a:cubicBezTo>
                    <a:cubicBezTo>
                      <a:pt x="186828" y="176019"/>
                      <a:pt x="177927" y="175691"/>
                      <a:pt x="172639" y="170000"/>
                    </a:cubicBezTo>
                    <a:cubicBezTo>
                      <a:pt x="167350" y="164308"/>
                      <a:pt x="167677" y="155408"/>
                      <a:pt x="173369" y="150119"/>
                    </a:cubicBezTo>
                    <a:cubicBezTo>
                      <a:pt x="185033" y="139287"/>
                      <a:pt x="197400" y="128824"/>
                      <a:pt x="209859" y="119027"/>
                    </a:cubicBezTo>
                    <a:cubicBezTo>
                      <a:pt x="216012" y="114269"/>
                      <a:pt x="224859" y="115400"/>
                      <a:pt x="229617" y="121554"/>
                    </a:cubicBezTo>
                    <a:cubicBezTo>
                      <a:pt x="233264" y="126271"/>
                      <a:pt x="233547" y="132774"/>
                      <a:pt x="230322" y="137789"/>
                    </a:cubicBezTo>
                    <a:cubicBezTo>
                      <a:pt x="229464" y="139080"/>
                      <a:pt x="228396" y="140216"/>
                      <a:pt x="227161" y="141154"/>
                    </a:cubicBezTo>
                    <a:close/>
                    <a:moveTo>
                      <a:pt x="40738" y="374695"/>
                    </a:moveTo>
                    <a:cubicBezTo>
                      <a:pt x="33510" y="371849"/>
                      <a:pt x="29959" y="363678"/>
                      <a:pt x="32807" y="356450"/>
                    </a:cubicBezTo>
                    <a:cubicBezTo>
                      <a:pt x="38649" y="341662"/>
                      <a:pt x="45211" y="326874"/>
                      <a:pt x="52291" y="312622"/>
                    </a:cubicBezTo>
                    <a:cubicBezTo>
                      <a:pt x="55932" y="305764"/>
                      <a:pt x="64449" y="303139"/>
                      <a:pt x="71310" y="306781"/>
                    </a:cubicBezTo>
                    <a:cubicBezTo>
                      <a:pt x="77909" y="310293"/>
                      <a:pt x="80621" y="318334"/>
                      <a:pt x="77486" y="325118"/>
                    </a:cubicBezTo>
                    <a:cubicBezTo>
                      <a:pt x="70758" y="338686"/>
                      <a:pt x="64547" y="352698"/>
                      <a:pt x="59001" y="366765"/>
                    </a:cubicBezTo>
                    <a:cubicBezTo>
                      <a:pt x="56165" y="373993"/>
                      <a:pt x="48013" y="377542"/>
                      <a:pt x="40789" y="374714"/>
                    </a:cubicBezTo>
                    <a:cubicBezTo>
                      <a:pt x="40778" y="374695"/>
                      <a:pt x="40767" y="374695"/>
                      <a:pt x="40756" y="374695"/>
                    </a:cubicBezTo>
                    <a:close/>
                    <a:moveTo>
                      <a:pt x="142129" y="224670"/>
                    </a:moveTo>
                    <a:cubicBezTo>
                      <a:pt x="132591" y="236389"/>
                      <a:pt x="123440" y="248700"/>
                      <a:pt x="114919" y="261196"/>
                    </a:cubicBezTo>
                    <a:cubicBezTo>
                      <a:pt x="110419" y="267537"/>
                      <a:pt x="101639" y="269016"/>
                      <a:pt x="95304" y="264524"/>
                    </a:cubicBezTo>
                    <a:cubicBezTo>
                      <a:pt x="89247" y="260217"/>
                      <a:pt x="87579" y="251944"/>
                      <a:pt x="91498" y="245632"/>
                    </a:cubicBezTo>
                    <a:lnTo>
                      <a:pt x="91664" y="245392"/>
                    </a:lnTo>
                    <a:cubicBezTo>
                      <a:pt x="100630" y="232212"/>
                      <a:pt x="110260" y="219272"/>
                      <a:pt x="120298" y="206924"/>
                    </a:cubicBezTo>
                    <a:cubicBezTo>
                      <a:pt x="125259" y="200944"/>
                      <a:pt x="134127" y="200119"/>
                      <a:pt x="140107" y="205079"/>
                    </a:cubicBezTo>
                    <a:cubicBezTo>
                      <a:pt x="145558" y="209602"/>
                      <a:pt x="146796" y="217472"/>
                      <a:pt x="142998" y="223450"/>
                    </a:cubicBezTo>
                    <a:cubicBezTo>
                      <a:pt x="142646" y="223856"/>
                      <a:pt x="142351" y="224263"/>
                      <a:pt x="142129" y="224670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4AAC998-E67F-398F-B9AF-06BD4AAD8E41}"/>
                  </a:ext>
                </a:extLst>
              </p:cNvPr>
              <p:cNvSpPr/>
              <p:nvPr/>
            </p:nvSpPr>
            <p:spPr>
              <a:xfrm>
                <a:off x="3637226" y="2126371"/>
                <a:ext cx="28386" cy="51132"/>
              </a:xfrm>
              <a:custGeom>
                <a:avLst/>
                <a:gdLst>
                  <a:gd name="connsiteX0" fmla="*/ 26125 w 28386"/>
                  <a:gd name="connsiteY0" fmla="*/ 44693 h 51132"/>
                  <a:gd name="connsiteX1" fmla="*/ 28380 w 28386"/>
                  <a:gd name="connsiteY1" fmla="*/ 36597 h 51132"/>
                  <a:gd name="connsiteX2" fmla="*/ 28121 w 28386"/>
                  <a:gd name="connsiteY2" fmla="*/ 14692 h 51132"/>
                  <a:gd name="connsiteX3" fmla="*/ 14690 w 28386"/>
                  <a:gd name="connsiteY3" fmla="*/ 15 h 51132"/>
                  <a:gd name="connsiteX4" fmla="*/ 14 w 28386"/>
                  <a:gd name="connsiteY4" fmla="*/ 13453 h 51132"/>
                  <a:gd name="connsiteX5" fmla="*/ 5 w 28386"/>
                  <a:gd name="connsiteY5" fmla="*/ 14433 h 51132"/>
                  <a:gd name="connsiteX6" fmla="*/ 264 w 28386"/>
                  <a:gd name="connsiteY6" fmla="*/ 37484 h 51132"/>
                  <a:gd name="connsiteX7" fmla="*/ 14745 w 28386"/>
                  <a:gd name="connsiteY7" fmla="*/ 51126 h 51132"/>
                  <a:gd name="connsiteX8" fmla="*/ 26143 w 28386"/>
                  <a:gd name="connsiteY8" fmla="*/ 44693 h 51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386" h="51132">
                    <a:moveTo>
                      <a:pt x="26125" y="44693"/>
                    </a:moveTo>
                    <a:cubicBezTo>
                      <a:pt x="27681" y="42290"/>
                      <a:pt x="28467" y="39462"/>
                      <a:pt x="28380" y="36597"/>
                    </a:cubicBezTo>
                    <a:cubicBezTo>
                      <a:pt x="28140" y="29351"/>
                      <a:pt x="28066" y="21975"/>
                      <a:pt x="28121" y="14692"/>
                    </a:cubicBezTo>
                    <a:cubicBezTo>
                      <a:pt x="28465" y="6928"/>
                      <a:pt x="22452" y="366"/>
                      <a:pt x="14690" y="15"/>
                    </a:cubicBezTo>
                    <a:cubicBezTo>
                      <a:pt x="6928" y="-337"/>
                      <a:pt x="358" y="5690"/>
                      <a:pt x="14" y="13453"/>
                    </a:cubicBezTo>
                    <a:cubicBezTo>
                      <a:pt x="0" y="13768"/>
                      <a:pt x="-4" y="14100"/>
                      <a:pt x="5" y="14433"/>
                    </a:cubicBezTo>
                    <a:cubicBezTo>
                      <a:pt x="5" y="22105"/>
                      <a:pt x="5" y="29850"/>
                      <a:pt x="264" y="37484"/>
                    </a:cubicBezTo>
                    <a:cubicBezTo>
                      <a:pt x="497" y="45248"/>
                      <a:pt x="6980" y="51348"/>
                      <a:pt x="14745" y="51126"/>
                    </a:cubicBezTo>
                    <a:cubicBezTo>
                      <a:pt x="19372" y="50978"/>
                      <a:pt x="23633" y="48575"/>
                      <a:pt x="26143" y="44693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E482CBBB-6CB3-1307-C058-079BFBF57696}"/>
                </a:ext>
              </a:extLst>
            </p:cNvPr>
            <p:cNvGrpSpPr/>
            <p:nvPr/>
          </p:nvGrpSpPr>
          <p:grpSpPr>
            <a:xfrm>
              <a:off x="3800282" y="2090265"/>
              <a:ext cx="960045" cy="617211"/>
              <a:chOff x="3800282" y="2090265"/>
              <a:chExt cx="960045" cy="617211"/>
            </a:xfrm>
            <a:solidFill>
              <a:srgbClr val="B37CFF"/>
            </a:solidFill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479370-8890-D74D-0E5B-FDB86EC1FE72}"/>
                  </a:ext>
                </a:extLst>
              </p:cNvPr>
              <p:cNvSpPr/>
              <p:nvPr/>
            </p:nvSpPr>
            <p:spPr>
              <a:xfrm>
                <a:off x="3800282" y="2522712"/>
                <a:ext cx="44969" cy="44009"/>
              </a:xfrm>
              <a:custGeom>
                <a:avLst/>
                <a:gdLst>
                  <a:gd name="connsiteX0" fmla="*/ 42708 w 44969"/>
                  <a:gd name="connsiteY0" fmla="*/ 37614 h 44009"/>
                  <a:gd name="connsiteX1" fmla="*/ 40342 w 44969"/>
                  <a:gd name="connsiteY1" fmla="*/ 19536 h 44009"/>
                  <a:gd name="connsiteX2" fmla="*/ 24389 w 44969"/>
                  <a:gd name="connsiteY2" fmla="*/ 4507 h 44009"/>
                  <a:gd name="connsiteX3" fmla="*/ 4510 w 44969"/>
                  <a:gd name="connsiteY3" fmla="*/ 3749 h 44009"/>
                  <a:gd name="connsiteX4" fmla="*/ 3745 w 44969"/>
                  <a:gd name="connsiteY4" fmla="*/ 23621 h 44009"/>
                  <a:gd name="connsiteX5" fmla="*/ 4684 w 44969"/>
                  <a:gd name="connsiteY5" fmla="*/ 24545 h 44009"/>
                  <a:gd name="connsiteX6" fmla="*/ 21468 w 44969"/>
                  <a:gd name="connsiteY6" fmla="*/ 40387 h 44009"/>
                  <a:gd name="connsiteX7" fmla="*/ 41340 w 44969"/>
                  <a:gd name="connsiteY7" fmla="*/ 39389 h 44009"/>
                  <a:gd name="connsiteX8" fmla="*/ 42708 w 44969"/>
                  <a:gd name="connsiteY8" fmla="*/ 37614 h 44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969" h="44009">
                    <a:moveTo>
                      <a:pt x="42708" y="37614"/>
                    </a:moveTo>
                    <a:cubicBezTo>
                      <a:pt x="46460" y="31828"/>
                      <a:pt x="45456" y="24157"/>
                      <a:pt x="40342" y="19536"/>
                    </a:cubicBezTo>
                    <a:cubicBezTo>
                      <a:pt x="34962" y="14674"/>
                      <a:pt x="29583" y="9609"/>
                      <a:pt x="24389" y="4507"/>
                    </a:cubicBezTo>
                    <a:cubicBezTo>
                      <a:pt x="19111" y="-1186"/>
                      <a:pt x="10211" y="-1538"/>
                      <a:pt x="4510" y="3749"/>
                    </a:cubicBezTo>
                    <a:cubicBezTo>
                      <a:pt x="-1191" y="9017"/>
                      <a:pt x="-1533" y="17927"/>
                      <a:pt x="3745" y="23621"/>
                    </a:cubicBezTo>
                    <a:cubicBezTo>
                      <a:pt x="4044" y="23954"/>
                      <a:pt x="4357" y="24249"/>
                      <a:pt x="4684" y="24545"/>
                    </a:cubicBezTo>
                    <a:cubicBezTo>
                      <a:pt x="10229" y="29924"/>
                      <a:pt x="15775" y="35266"/>
                      <a:pt x="21468" y="40387"/>
                    </a:cubicBezTo>
                    <a:cubicBezTo>
                      <a:pt x="27237" y="45581"/>
                      <a:pt x="36120" y="45137"/>
                      <a:pt x="41340" y="39389"/>
                    </a:cubicBezTo>
                    <a:cubicBezTo>
                      <a:pt x="41837" y="38834"/>
                      <a:pt x="42294" y="38243"/>
                      <a:pt x="42708" y="37614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6FF0786-1FC9-70F6-3336-11175D4AE07D}"/>
                  </a:ext>
                </a:extLst>
              </p:cNvPr>
              <p:cNvSpPr/>
              <p:nvPr/>
            </p:nvSpPr>
            <p:spPr>
              <a:xfrm>
                <a:off x="3875888" y="2188233"/>
                <a:ext cx="881985" cy="519244"/>
              </a:xfrm>
              <a:custGeom>
                <a:avLst/>
                <a:gdLst>
                  <a:gd name="connsiteX0" fmla="*/ 778065 w 881985"/>
                  <a:gd name="connsiteY0" fmla="*/ 287856 h 519244"/>
                  <a:gd name="connsiteX1" fmla="*/ 758452 w 881985"/>
                  <a:gd name="connsiteY1" fmla="*/ 291017 h 519244"/>
                  <a:gd name="connsiteX2" fmla="*/ 755273 w 881985"/>
                  <a:gd name="connsiteY2" fmla="*/ 271404 h 519244"/>
                  <a:gd name="connsiteX3" fmla="*/ 779969 w 881985"/>
                  <a:gd name="connsiteY3" fmla="*/ 233972 h 519244"/>
                  <a:gd name="connsiteX4" fmla="*/ 799545 w 881985"/>
                  <a:gd name="connsiteY4" fmla="*/ 230404 h 519244"/>
                  <a:gd name="connsiteX5" fmla="*/ 804000 w 881985"/>
                  <a:gd name="connsiteY5" fmla="*/ 248501 h 519244"/>
                  <a:gd name="connsiteX6" fmla="*/ 793666 w 881985"/>
                  <a:gd name="connsiteY6" fmla="*/ 265027 h 519244"/>
                  <a:gd name="connsiteX7" fmla="*/ 778065 w 881985"/>
                  <a:gd name="connsiteY7" fmla="*/ 287856 h 519244"/>
                  <a:gd name="connsiteX8" fmla="*/ 820581 w 881985"/>
                  <a:gd name="connsiteY8" fmla="*/ 187685 h 519244"/>
                  <a:gd name="connsiteX9" fmla="*/ 813187 w 881985"/>
                  <a:gd name="connsiteY9" fmla="*/ 169218 h 519244"/>
                  <a:gd name="connsiteX10" fmla="*/ 813187 w 881985"/>
                  <a:gd name="connsiteY10" fmla="*/ 169200 h 519244"/>
                  <a:gd name="connsiteX11" fmla="*/ 829195 w 881985"/>
                  <a:gd name="connsiteY11" fmla="*/ 127331 h 519244"/>
                  <a:gd name="connsiteX12" fmla="*/ 847237 w 881985"/>
                  <a:gd name="connsiteY12" fmla="*/ 118957 h 519244"/>
                  <a:gd name="connsiteX13" fmla="*/ 855869 w 881985"/>
                  <a:gd name="connsiteY13" fmla="*/ 136241 h 519244"/>
                  <a:gd name="connsiteX14" fmla="*/ 839011 w 881985"/>
                  <a:gd name="connsiteY14" fmla="*/ 180328 h 519244"/>
                  <a:gd name="connsiteX15" fmla="*/ 837883 w 881985"/>
                  <a:gd name="connsiteY15" fmla="*/ 182453 h 519244"/>
                  <a:gd name="connsiteX16" fmla="*/ 820618 w 881985"/>
                  <a:gd name="connsiteY16" fmla="*/ 187685 h 519244"/>
                  <a:gd name="connsiteX17" fmla="*/ 729024 w 881985"/>
                  <a:gd name="connsiteY17" fmla="*/ 346787 h 519244"/>
                  <a:gd name="connsiteX18" fmla="*/ 695030 w 881985"/>
                  <a:gd name="connsiteY18" fmla="*/ 379487 h 519244"/>
                  <a:gd name="connsiteX19" fmla="*/ 675158 w 881985"/>
                  <a:gd name="connsiteY19" fmla="*/ 378637 h 519244"/>
                  <a:gd name="connsiteX20" fmla="*/ 676008 w 881985"/>
                  <a:gd name="connsiteY20" fmla="*/ 358765 h 519244"/>
                  <a:gd name="connsiteX21" fmla="*/ 676397 w 881985"/>
                  <a:gd name="connsiteY21" fmla="*/ 358414 h 519244"/>
                  <a:gd name="connsiteX22" fmla="*/ 708690 w 881985"/>
                  <a:gd name="connsiteY22" fmla="*/ 327359 h 519244"/>
                  <a:gd name="connsiteX23" fmla="*/ 728543 w 881985"/>
                  <a:gd name="connsiteY23" fmla="*/ 326767 h 519244"/>
                  <a:gd name="connsiteX24" fmla="*/ 730650 w 881985"/>
                  <a:gd name="connsiteY24" fmla="*/ 344716 h 519244"/>
                  <a:gd name="connsiteX25" fmla="*/ 729061 w 881985"/>
                  <a:gd name="connsiteY25" fmla="*/ 346787 h 519244"/>
                  <a:gd name="connsiteX26" fmla="*/ 858771 w 881985"/>
                  <a:gd name="connsiteY26" fmla="*/ 73206 h 519244"/>
                  <a:gd name="connsiteX27" fmla="*/ 847551 w 881985"/>
                  <a:gd name="connsiteY27" fmla="*/ 56791 h 519244"/>
                  <a:gd name="connsiteX28" fmla="*/ 853947 w 881985"/>
                  <a:gd name="connsiteY28" fmla="*/ 12427 h 519244"/>
                  <a:gd name="connsiteX29" fmla="*/ 869567 w 881985"/>
                  <a:gd name="connsiteY29" fmla="*/ 97 h 519244"/>
                  <a:gd name="connsiteX30" fmla="*/ 881933 w 881985"/>
                  <a:gd name="connsiteY30" fmla="*/ 15274 h 519244"/>
                  <a:gd name="connsiteX31" fmla="*/ 875204 w 881985"/>
                  <a:gd name="connsiteY31" fmla="*/ 61986 h 519244"/>
                  <a:gd name="connsiteX32" fmla="*/ 858771 w 881985"/>
                  <a:gd name="connsiteY32" fmla="*/ 73206 h 519244"/>
                  <a:gd name="connsiteX33" fmla="*/ 858771 w 881985"/>
                  <a:gd name="connsiteY33" fmla="*/ 73206 h 519244"/>
                  <a:gd name="connsiteX34" fmla="*/ 634343 w 881985"/>
                  <a:gd name="connsiteY34" fmla="*/ 426144 h 519244"/>
                  <a:gd name="connsiteX35" fmla="*/ 593990 w 881985"/>
                  <a:gd name="connsiteY35" fmla="*/ 450581 h 519244"/>
                  <a:gd name="connsiteX36" fmla="*/ 574885 w 881985"/>
                  <a:gd name="connsiteY36" fmla="*/ 445036 h 519244"/>
                  <a:gd name="connsiteX37" fmla="*/ 580440 w 881985"/>
                  <a:gd name="connsiteY37" fmla="*/ 425922 h 519244"/>
                  <a:gd name="connsiteX38" fmla="*/ 618760 w 881985"/>
                  <a:gd name="connsiteY38" fmla="*/ 402723 h 519244"/>
                  <a:gd name="connsiteX39" fmla="*/ 638256 w 881985"/>
                  <a:gd name="connsiteY39" fmla="*/ 406679 h 519244"/>
                  <a:gd name="connsiteX40" fmla="*/ 638336 w 881985"/>
                  <a:gd name="connsiteY40" fmla="*/ 422095 h 519244"/>
                  <a:gd name="connsiteX41" fmla="*/ 634343 w 881985"/>
                  <a:gd name="connsiteY41" fmla="*/ 426144 h 519244"/>
                  <a:gd name="connsiteX42" fmla="*/ 524504 w 881985"/>
                  <a:gd name="connsiteY42" fmla="*/ 482875 h 519244"/>
                  <a:gd name="connsiteX43" fmla="*/ 479788 w 881985"/>
                  <a:gd name="connsiteY43" fmla="*/ 497922 h 519244"/>
                  <a:gd name="connsiteX44" fmla="*/ 462347 w 881985"/>
                  <a:gd name="connsiteY44" fmla="*/ 488328 h 519244"/>
                  <a:gd name="connsiteX45" fmla="*/ 471932 w 881985"/>
                  <a:gd name="connsiteY45" fmla="*/ 470896 h 519244"/>
                  <a:gd name="connsiteX46" fmla="*/ 514448 w 881985"/>
                  <a:gd name="connsiteY46" fmla="*/ 456607 h 519244"/>
                  <a:gd name="connsiteX47" fmla="*/ 532541 w 881985"/>
                  <a:gd name="connsiteY47" fmla="*/ 464889 h 519244"/>
                  <a:gd name="connsiteX48" fmla="*/ 524522 w 881985"/>
                  <a:gd name="connsiteY48" fmla="*/ 482875 h 519244"/>
                  <a:gd name="connsiteX49" fmla="*/ 404868 w 881985"/>
                  <a:gd name="connsiteY49" fmla="*/ 514299 h 519244"/>
                  <a:gd name="connsiteX50" fmla="*/ 357952 w 881985"/>
                  <a:gd name="connsiteY50" fmla="*/ 519235 h 519244"/>
                  <a:gd name="connsiteX51" fmla="*/ 343399 w 881985"/>
                  <a:gd name="connsiteY51" fmla="*/ 505667 h 519244"/>
                  <a:gd name="connsiteX52" fmla="*/ 356104 w 881985"/>
                  <a:gd name="connsiteY52" fmla="*/ 491174 h 519244"/>
                  <a:gd name="connsiteX53" fmla="*/ 400690 w 881985"/>
                  <a:gd name="connsiteY53" fmla="*/ 486461 h 519244"/>
                  <a:gd name="connsiteX54" fmla="*/ 416698 w 881985"/>
                  <a:gd name="connsiteY54" fmla="*/ 498291 h 519244"/>
                  <a:gd name="connsiteX55" fmla="*/ 404868 w 881985"/>
                  <a:gd name="connsiteY55" fmla="*/ 514299 h 519244"/>
                  <a:gd name="connsiteX56" fmla="*/ 281294 w 881985"/>
                  <a:gd name="connsiteY56" fmla="*/ 518847 h 519244"/>
                  <a:gd name="connsiteX57" fmla="*/ 234416 w 881985"/>
                  <a:gd name="connsiteY57" fmla="*/ 513301 h 519244"/>
                  <a:gd name="connsiteX58" fmla="*/ 221737 w 881985"/>
                  <a:gd name="connsiteY58" fmla="*/ 497977 h 519244"/>
                  <a:gd name="connsiteX59" fmla="*/ 237067 w 881985"/>
                  <a:gd name="connsiteY59" fmla="*/ 485296 h 519244"/>
                  <a:gd name="connsiteX60" fmla="*/ 238834 w 881985"/>
                  <a:gd name="connsiteY60" fmla="*/ 485573 h 519244"/>
                  <a:gd name="connsiteX61" fmla="*/ 283365 w 881985"/>
                  <a:gd name="connsiteY61" fmla="*/ 490749 h 519244"/>
                  <a:gd name="connsiteX62" fmla="*/ 296360 w 881985"/>
                  <a:gd name="connsiteY62" fmla="*/ 505815 h 519244"/>
                  <a:gd name="connsiteX63" fmla="*/ 281294 w 881985"/>
                  <a:gd name="connsiteY63" fmla="*/ 518810 h 519244"/>
                  <a:gd name="connsiteX64" fmla="*/ 159662 w 881985"/>
                  <a:gd name="connsiteY64" fmla="*/ 496110 h 519244"/>
                  <a:gd name="connsiteX65" fmla="*/ 115168 w 881985"/>
                  <a:gd name="connsiteY65" fmla="*/ 480471 h 519244"/>
                  <a:gd name="connsiteX66" fmla="*/ 107646 w 881985"/>
                  <a:gd name="connsiteY66" fmla="*/ 462060 h 519244"/>
                  <a:gd name="connsiteX67" fmla="*/ 125612 w 881985"/>
                  <a:gd name="connsiteY67" fmla="*/ 454352 h 519244"/>
                  <a:gd name="connsiteX68" fmla="*/ 167869 w 881985"/>
                  <a:gd name="connsiteY68" fmla="*/ 469140 h 519244"/>
                  <a:gd name="connsiteX69" fmla="*/ 177225 w 881985"/>
                  <a:gd name="connsiteY69" fmla="*/ 486701 h 519244"/>
                  <a:gd name="connsiteX70" fmla="*/ 177223 w 881985"/>
                  <a:gd name="connsiteY70" fmla="*/ 486701 h 519244"/>
                  <a:gd name="connsiteX71" fmla="*/ 175559 w 881985"/>
                  <a:gd name="connsiteY71" fmla="*/ 490269 h 519244"/>
                  <a:gd name="connsiteX72" fmla="*/ 159699 w 881985"/>
                  <a:gd name="connsiteY72" fmla="*/ 496018 h 519244"/>
                  <a:gd name="connsiteX73" fmla="*/ 46255 w 881985"/>
                  <a:gd name="connsiteY73" fmla="*/ 447198 h 519244"/>
                  <a:gd name="connsiteX74" fmla="*/ 16587 w 881985"/>
                  <a:gd name="connsiteY74" fmla="*/ 429175 h 519244"/>
                  <a:gd name="connsiteX75" fmla="*/ 6198 w 881985"/>
                  <a:gd name="connsiteY75" fmla="*/ 422280 h 519244"/>
                  <a:gd name="connsiteX76" fmla="*/ 2340 w 881985"/>
                  <a:gd name="connsiteY76" fmla="*/ 402982 h 519244"/>
                  <a:gd name="connsiteX77" fmla="*/ 2501 w 881985"/>
                  <a:gd name="connsiteY77" fmla="*/ 402741 h 519244"/>
                  <a:gd name="connsiteX78" fmla="*/ 22040 w 881985"/>
                  <a:gd name="connsiteY78" fmla="*/ 399044 h 519244"/>
                  <a:gd name="connsiteX79" fmla="*/ 31911 w 881985"/>
                  <a:gd name="connsiteY79" fmla="*/ 405625 h 519244"/>
                  <a:gd name="connsiteX80" fmla="*/ 60119 w 881985"/>
                  <a:gd name="connsiteY80" fmla="*/ 422742 h 519244"/>
                  <a:gd name="connsiteX81" fmla="*/ 65424 w 881985"/>
                  <a:gd name="connsiteY81" fmla="*/ 441911 h 519244"/>
                  <a:gd name="connsiteX82" fmla="*/ 64962 w 881985"/>
                  <a:gd name="connsiteY82" fmla="*/ 442651 h 519244"/>
                  <a:gd name="connsiteX83" fmla="*/ 46255 w 881985"/>
                  <a:gd name="connsiteY83" fmla="*/ 447198 h 519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881985" h="519244">
                    <a:moveTo>
                      <a:pt x="778065" y="287856"/>
                    </a:moveTo>
                    <a:cubicBezTo>
                      <a:pt x="773518" y="294141"/>
                      <a:pt x="764737" y="295564"/>
                      <a:pt x="758452" y="291017"/>
                    </a:cubicBezTo>
                    <a:cubicBezTo>
                      <a:pt x="752149" y="286488"/>
                      <a:pt x="750725" y="277689"/>
                      <a:pt x="755273" y="271404"/>
                    </a:cubicBezTo>
                    <a:cubicBezTo>
                      <a:pt x="763924" y="259407"/>
                      <a:pt x="772205" y="246856"/>
                      <a:pt x="779969" y="233972"/>
                    </a:cubicBezTo>
                    <a:cubicBezTo>
                      <a:pt x="784387" y="227576"/>
                      <a:pt x="793149" y="225986"/>
                      <a:pt x="799545" y="230404"/>
                    </a:cubicBezTo>
                    <a:cubicBezTo>
                      <a:pt x="805386" y="234452"/>
                      <a:pt x="807290" y="242216"/>
                      <a:pt x="804000" y="248501"/>
                    </a:cubicBezTo>
                    <a:cubicBezTo>
                      <a:pt x="800635" y="254084"/>
                      <a:pt x="797197" y="259592"/>
                      <a:pt x="793666" y="265027"/>
                    </a:cubicBezTo>
                    <a:cubicBezTo>
                      <a:pt x="788694" y="272754"/>
                      <a:pt x="783426" y="280443"/>
                      <a:pt x="778065" y="287856"/>
                    </a:cubicBezTo>
                    <a:close/>
                    <a:moveTo>
                      <a:pt x="820581" y="187685"/>
                    </a:moveTo>
                    <a:cubicBezTo>
                      <a:pt x="813446" y="184635"/>
                      <a:pt x="810118" y="176354"/>
                      <a:pt x="813187" y="169218"/>
                    </a:cubicBezTo>
                    <a:cubicBezTo>
                      <a:pt x="813187" y="169218"/>
                      <a:pt x="813187" y="169200"/>
                      <a:pt x="813187" y="169200"/>
                    </a:cubicBezTo>
                    <a:cubicBezTo>
                      <a:pt x="819083" y="155502"/>
                      <a:pt x="824481" y="141472"/>
                      <a:pt x="829195" y="127331"/>
                    </a:cubicBezTo>
                    <a:cubicBezTo>
                      <a:pt x="831875" y="120029"/>
                      <a:pt x="839953" y="116295"/>
                      <a:pt x="847237" y="118957"/>
                    </a:cubicBezTo>
                    <a:cubicBezTo>
                      <a:pt x="854242" y="121526"/>
                      <a:pt x="858032" y="129105"/>
                      <a:pt x="855869" y="136241"/>
                    </a:cubicBezTo>
                    <a:cubicBezTo>
                      <a:pt x="850897" y="151029"/>
                      <a:pt x="845240" y="165928"/>
                      <a:pt x="839011" y="180328"/>
                    </a:cubicBezTo>
                    <a:cubicBezTo>
                      <a:pt x="838696" y="181067"/>
                      <a:pt x="838327" y="181788"/>
                      <a:pt x="837883" y="182453"/>
                    </a:cubicBezTo>
                    <a:cubicBezTo>
                      <a:pt x="834149" y="188147"/>
                      <a:pt x="826884" y="190347"/>
                      <a:pt x="820618" y="187685"/>
                    </a:cubicBezTo>
                    <a:close/>
                    <a:moveTo>
                      <a:pt x="729024" y="346787"/>
                    </a:moveTo>
                    <a:cubicBezTo>
                      <a:pt x="718228" y="358100"/>
                      <a:pt x="706842" y="369098"/>
                      <a:pt x="695030" y="379487"/>
                    </a:cubicBezTo>
                    <a:cubicBezTo>
                      <a:pt x="689299" y="384737"/>
                      <a:pt x="680408" y="384367"/>
                      <a:pt x="675158" y="378637"/>
                    </a:cubicBezTo>
                    <a:cubicBezTo>
                      <a:pt x="669890" y="372925"/>
                      <a:pt x="670278" y="364015"/>
                      <a:pt x="676008" y="358765"/>
                    </a:cubicBezTo>
                    <a:cubicBezTo>
                      <a:pt x="676138" y="358654"/>
                      <a:pt x="676267" y="358525"/>
                      <a:pt x="676397" y="358414"/>
                    </a:cubicBezTo>
                    <a:cubicBezTo>
                      <a:pt x="687488" y="348543"/>
                      <a:pt x="698431" y="338080"/>
                      <a:pt x="708690" y="327359"/>
                    </a:cubicBezTo>
                    <a:cubicBezTo>
                      <a:pt x="714014" y="321702"/>
                      <a:pt x="722905" y="321444"/>
                      <a:pt x="728543" y="326767"/>
                    </a:cubicBezTo>
                    <a:cubicBezTo>
                      <a:pt x="733516" y="331444"/>
                      <a:pt x="734403" y="339023"/>
                      <a:pt x="730650" y="344716"/>
                    </a:cubicBezTo>
                    <a:cubicBezTo>
                      <a:pt x="730188" y="345456"/>
                      <a:pt x="729652" y="346158"/>
                      <a:pt x="729061" y="346787"/>
                    </a:cubicBezTo>
                    <a:close/>
                    <a:moveTo>
                      <a:pt x="858771" y="73206"/>
                    </a:moveTo>
                    <a:cubicBezTo>
                      <a:pt x="851137" y="71764"/>
                      <a:pt x="846127" y="64426"/>
                      <a:pt x="847551" y="56791"/>
                    </a:cubicBezTo>
                    <a:cubicBezTo>
                      <a:pt x="850305" y="42151"/>
                      <a:pt x="852449" y="27215"/>
                      <a:pt x="853947" y="12427"/>
                    </a:cubicBezTo>
                    <a:cubicBezTo>
                      <a:pt x="854852" y="4718"/>
                      <a:pt x="861840" y="-809"/>
                      <a:pt x="869567" y="97"/>
                    </a:cubicBezTo>
                    <a:cubicBezTo>
                      <a:pt x="877108" y="985"/>
                      <a:pt x="882580" y="7713"/>
                      <a:pt x="881933" y="15274"/>
                    </a:cubicBezTo>
                    <a:cubicBezTo>
                      <a:pt x="880362" y="30857"/>
                      <a:pt x="878088" y="46569"/>
                      <a:pt x="875204" y="61986"/>
                    </a:cubicBezTo>
                    <a:cubicBezTo>
                      <a:pt x="873763" y="69620"/>
                      <a:pt x="866406" y="74648"/>
                      <a:pt x="858771" y="73206"/>
                    </a:cubicBezTo>
                    <a:cubicBezTo>
                      <a:pt x="858771" y="73206"/>
                      <a:pt x="858771" y="73206"/>
                      <a:pt x="858771" y="73206"/>
                    </a:cubicBezTo>
                    <a:close/>
                    <a:moveTo>
                      <a:pt x="634343" y="426144"/>
                    </a:moveTo>
                    <a:cubicBezTo>
                      <a:pt x="621403" y="434795"/>
                      <a:pt x="607743" y="443020"/>
                      <a:pt x="593990" y="450581"/>
                    </a:cubicBezTo>
                    <a:cubicBezTo>
                      <a:pt x="587180" y="454315"/>
                      <a:pt x="578627" y="451838"/>
                      <a:pt x="574885" y="445036"/>
                    </a:cubicBezTo>
                    <a:cubicBezTo>
                      <a:pt x="571144" y="438214"/>
                      <a:pt x="573630" y="429656"/>
                      <a:pt x="580440" y="425922"/>
                    </a:cubicBezTo>
                    <a:cubicBezTo>
                      <a:pt x="593509" y="418750"/>
                      <a:pt x="606319" y="410949"/>
                      <a:pt x="618760" y="402723"/>
                    </a:cubicBezTo>
                    <a:cubicBezTo>
                      <a:pt x="625237" y="398434"/>
                      <a:pt x="633966" y="400209"/>
                      <a:pt x="638256" y="406679"/>
                    </a:cubicBezTo>
                    <a:cubicBezTo>
                      <a:pt x="641349" y="411356"/>
                      <a:pt x="641367" y="417400"/>
                      <a:pt x="638336" y="422095"/>
                    </a:cubicBezTo>
                    <a:cubicBezTo>
                      <a:pt x="637304" y="423704"/>
                      <a:pt x="635944" y="425090"/>
                      <a:pt x="634343" y="426144"/>
                    </a:cubicBezTo>
                    <a:close/>
                    <a:moveTo>
                      <a:pt x="524504" y="482875"/>
                    </a:moveTo>
                    <a:cubicBezTo>
                      <a:pt x="509864" y="488420"/>
                      <a:pt x="494817" y="493541"/>
                      <a:pt x="479788" y="497922"/>
                    </a:cubicBezTo>
                    <a:cubicBezTo>
                      <a:pt x="472326" y="500084"/>
                      <a:pt x="464518" y="495796"/>
                      <a:pt x="462347" y="488328"/>
                    </a:cubicBezTo>
                    <a:cubicBezTo>
                      <a:pt x="460177" y="480878"/>
                      <a:pt x="464469" y="473059"/>
                      <a:pt x="471932" y="470896"/>
                    </a:cubicBezTo>
                    <a:cubicBezTo>
                      <a:pt x="486221" y="466756"/>
                      <a:pt x="500510" y="461949"/>
                      <a:pt x="514448" y="456607"/>
                    </a:cubicBezTo>
                    <a:cubicBezTo>
                      <a:pt x="521729" y="453890"/>
                      <a:pt x="529829" y="457605"/>
                      <a:pt x="532541" y="464889"/>
                    </a:cubicBezTo>
                    <a:cubicBezTo>
                      <a:pt x="535214" y="472061"/>
                      <a:pt x="531650" y="480065"/>
                      <a:pt x="524522" y="482875"/>
                    </a:cubicBezTo>
                    <a:close/>
                    <a:moveTo>
                      <a:pt x="404868" y="514299"/>
                    </a:moveTo>
                    <a:cubicBezTo>
                      <a:pt x="389359" y="516592"/>
                      <a:pt x="373572" y="518255"/>
                      <a:pt x="357952" y="519235"/>
                    </a:cubicBezTo>
                    <a:cubicBezTo>
                      <a:pt x="350189" y="519512"/>
                      <a:pt x="343673" y="513431"/>
                      <a:pt x="343399" y="505667"/>
                    </a:cubicBezTo>
                    <a:cubicBezTo>
                      <a:pt x="343136" y="498236"/>
                      <a:pt x="348702" y="491895"/>
                      <a:pt x="356104" y="491174"/>
                    </a:cubicBezTo>
                    <a:cubicBezTo>
                      <a:pt x="370892" y="490232"/>
                      <a:pt x="385939" y="488642"/>
                      <a:pt x="400690" y="486461"/>
                    </a:cubicBezTo>
                    <a:cubicBezTo>
                      <a:pt x="408378" y="485315"/>
                      <a:pt x="415545" y="490602"/>
                      <a:pt x="416698" y="498291"/>
                    </a:cubicBezTo>
                    <a:cubicBezTo>
                      <a:pt x="417852" y="505981"/>
                      <a:pt x="412556" y="513153"/>
                      <a:pt x="404868" y="514299"/>
                    </a:cubicBezTo>
                    <a:close/>
                    <a:moveTo>
                      <a:pt x="281294" y="518847"/>
                    </a:moveTo>
                    <a:cubicBezTo>
                      <a:pt x="265656" y="517682"/>
                      <a:pt x="249870" y="515852"/>
                      <a:pt x="234416" y="513301"/>
                    </a:cubicBezTo>
                    <a:cubicBezTo>
                      <a:pt x="226682" y="512562"/>
                      <a:pt x="221005" y="505704"/>
                      <a:pt x="221737" y="497977"/>
                    </a:cubicBezTo>
                    <a:cubicBezTo>
                      <a:pt x="222469" y="490232"/>
                      <a:pt x="229332" y="484557"/>
                      <a:pt x="237067" y="485296"/>
                    </a:cubicBezTo>
                    <a:cubicBezTo>
                      <a:pt x="237662" y="485352"/>
                      <a:pt x="238252" y="485444"/>
                      <a:pt x="238834" y="485573"/>
                    </a:cubicBezTo>
                    <a:cubicBezTo>
                      <a:pt x="253530" y="487921"/>
                      <a:pt x="268410" y="489659"/>
                      <a:pt x="283365" y="490749"/>
                    </a:cubicBezTo>
                    <a:cubicBezTo>
                      <a:pt x="291114" y="491322"/>
                      <a:pt x="296931" y="498069"/>
                      <a:pt x="296360" y="505815"/>
                    </a:cubicBezTo>
                    <a:cubicBezTo>
                      <a:pt x="295789" y="513560"/>
                      <a:pt x="289043" y="519383"/>
                      <a:pt x="281294" y="518810"/>
                    </a:cubicBezTo>
                    <a:close/>
                    <a:moveTo>
                      <a:pt x="159662" y="496110"/>
                    </a:moveTo>
                    <a:cubicBezTo>
                      <a:pt x="144707" y="491563"/>
                      <a:pt x="129734" y="486294"/>
                      <a:pt x="115168" y="480471"/>
                    </a:cubicBezTo>
                    <a:cubicBezTo>
                      <a:pt x="108005" y="477458"/>
                      <a:pt x="104637" y="469214"/>
                      <a:pt x="107646" y="462060"/>
                    </a:cubicBezTo>
                    <a:cubicBezTo>
                      <a:pt x="110582" y="455073"/>
                      <a:pt x="118527" y="451653"/>
                      <a:pt x="125612" y="454352"/>
                    </a:cubicBezTo>
                    <a:cubicBezTo>
                      <a:pt x="139439" y="459897"/>
                      <a:pt x="153654" y="464889"/>
                      <a:pt x="167869" y="469140"/>
                    </a:cubicBezTo>
                    <a:cubicBezTo>
                      <a:pt x="175300" y="471414"/>
                      <a:pt x="179489" y="479270"/>
                      <a:pt x="177225" y="486701"/>
                    </a:cubicBezTo>
                    <a:cubicBezTo>
                      <a:pt x="177223" y="486701"/>
                      <a:pt x="177223" y="486701"/>
                      <a:pt x="177223" y="486701"/>
                    </a:cubicBezTo>
                    <a:cubicBezTo>
                      <a:pt x="176835" y="487958"/>
                      <a:pt x="176274" y="489160"/>
                      <a:pt x="175559" y="490269"/>
                    </a:cubicBezTo>
                    <a:cubicBezTo>
                      <a:pt x="172139" y="495500"/>
                      <a:pt x="165675" y="497848"/>
                      <a:pt x="159699" y="496018"/>
                    </a:cubicBezTo>
                    <a:close/>
                    <a:moveTo>
                      <a:pt x="46255" y="447198"/>
                    </a:moveTo>
                    <a:cubicBezTo>
                      <a:pt x="36218" y="441523"/>
                      <a:pt x="26236" y="435460"/>
                      <a:pt x="16587" y="429175"/>
                    </a:cubicBezTo>
                    <a:cubicBezTo>
                      <a:pt x="13093" y="426920"/>
                      <a:pt x="9636" y="424609"/>
                      <a:pt x="6198" y="422280"/>
                    </a:cubicBezTo>
                    <a:cubicBezTo>
                      <a:pt x="-198" y="418010"/>
                      <a:pt x="-1924" y="409378"/>
                      <a:pt x="2340" y="402982"/>
                    </a:cubicBezTo>
                    <a:cubicBezTo>
                      <a:pt x="2394" y="402889"/>
                      <a:pt x="2447" y="402815"/>
                      <a:pt x="2501" y="402741"/>
                    </a:cubicBezTo>
                    <a:cubicBezTo>
                      <a:pt x="6878" y="396327"/>
                      <a:pt x="15624" y="394682"/>
                      <a:pt x="22040" y="399044"/>
                    </a:cubicBezTo>
                    <a:cubicBezTo>
                      <a:pt x="25293" y="401263"/>
                      <a:pt x="28584" y="403462"/>
                      <a:pt x="31911" y="405625"/>
                    </a:cubicBezTo>
                    <a:cubicBezTo>
                      <a:pt x="41153" y="411577"/>
                      <a:pt x="50562" y="417345"/>
                      <a:pt x="60119" y="422742"/>
                    </a:cubicBezTo>
                    <a:cubicBezTo>
                      <a:pt x="66876" y="426569"/>
                      <a:pt x="69251" y="435146"/>
                      <a:pt x="65424" y="441911"/>
                    </a:cubicBezTo>
                    <a:cubicBezTo>
                      <a:pt x="65277" y="442170"/>
                      <a:pt x="65129" y="442411"/>
                      <a:pt x="64962" y="442651"/>
                    </a:cubicBezTo>
                    <a:cubicBezTo>
                      <a:pt x="60909" y="448880"/>
                      <a:pt x="52712" y="450858"/>
                      <a:pt x="46255" y="447198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38B032D-41F9-C147-1A43-64C97A17BAA0}"/>
                  </a:ext>
                </a:extLst>
              </p:cNvPr>
              <p:cNvSpPr/>
              <p:nvPr/>
            </p:nvSpPr>
            <p:spPr>
              <a:xfrm>
                <a:off x="4730885" y="2090265"/>
                <a:ext cx="29441" cy="50936"/>
              </a:xfrm>
              <a:custGeom>
                <a:avLst/>
                <a:gdLst>
                  <a:gd name="connsiteX0" fmla="*/ 27176 w 29441"/>
                  <a:gd name="connsiteY0" fmla="*/ 44495 h 50936"/>
                  <a:gd name="connsiteX1" fmla="*/ 29431 w 29441"/>
                  <a:gd name="connsiteY1" fmla="*/ 36343 h 50936"/>
                  <a:gd name="connsiteX2" fmla="*/ 28119 w 29441"/>
                  <a:gd name="connsiteY2" fmla="*/ 13310 h 50936"/>
                  <a:gd name="connsiteX3" fmla="*/ 13312 w 29441"/>
                  <a:gd name="connsiteY3" fmla="*/ 20 h 50936"/>
                  <a:gd name="connsiteX4" fmla="*/ 21 w 29441"/>
                  <a:gd name="connsiteY4" fmla="*/ 14826 h 50936"/>
                  <a:gd name="connsiteX5" fmla="*/ 77 w 29441"/>
                  <a:gd name="connsiteY5" fmla="*/ 15492 h 50936"/>
                  <a:gd name="connsiteX6" fmla="*/ 1334 w 29441"/>
                  <a:gd name="connsiteY6" fmla="*/ 37360 h 50936"/>
                  <a:gd name="connsiteX7" fmla="*/ 15882 w 29441"/>
                  <a:gd name="connsiteY7" fmla="*/ 50928 h 50936"/>
                  <a:gd name="connsiteX8" fmla="*/ 27213 w 29441"/>
                  <a:gd name="connsiteY8" fmla="*/ 44495 h 50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41" h="50936">
                    <a:moveTo>
                      <a:pt x="27176" y="44495"/>
                    </a:moveTo>
                    <a:cubicBezTo>
                      <a:pt x="28766" y="42074"/>
                      <a:pt x="29542" y="39227"/>
                      <a:pt x="29431" y="36343"/>
                    </a:cubicBezTo>
                    <a:cubicBezTo>
                      <a:pt x="29154" y="28727"/>
                      <a:pt x="28710" y="20982"/>
                      <a:pt x="28119" y="13310"/>
                    </a:cubicBezTo>
                    <a:cubicBezTo>
                      <a:pt x="27694" y="5547"/>
                      <a:pt x="21076" y="-387"/>
                      <a:pt x="13312" y="20"/>
                    </a:cubicBezTo>
                    <a:cubicBezTo>
                      <a:pt x="5548" y="445"/>
                      <a:pt x="-404" y="7081"/>
                      <a:pt x="21" y="14826"/>
                    </a:cubicBezTo>
                    <a:cubicBezTo>
                      <a:pt x="40" y="15048"/>
                      <a:pt x="58" y="15270"/>
                      <a:pt x="77" y="15492"/>
                    </a:cubicBezTo>
                    <a:cubicBezTo>
                      <a:pt x="650" y="22775"/>
                      <a:pt x="1075" y="30132"/>
                      <a:pt x="1334" y="37360"/>
                    </a:cubicBezTo>
                    <a:cubicBezTo>
                      <a:pt x="1611" y="45123"/>
                      <a:pt x="8118" y="51205"/>
                      <a:pt x="15882" y="50928"/>
                    </a:cubicBezTo>
                    <a:cubicBezTo>
                      <a:pt x="20484" y="50761"/>
                      <a:pt x="24718" y="48358"/>
                      <a:pt x="27213" y="44495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FE61E1A-E845-5842-3385-9DCD8D74E2DB}"/>
                </a:ext>
              </a:extLst>
            </p:cNvPr>
            <p:cNvSpPr/>
            <p:nvPr/>
          </p:nvSpPr>
          <p:spPr>
            <a:xfrm>
              <a:off x="3778954" y="1728436"/>
              <a:ext cx="832369" cy="832486"/>
            </a:xfrm>
            <a:custGeom>
              <a:avLst/>
              <a:gdLst>
                <a:gd name="connsiteX0" fmla="*/ 802721 w 832369"/>
                <a:gd name="connsiteY0" fmla="*/ 241972 h 832486"/>
                <a:gd name="connsiteX1" fmla="*/ 796603 w 832369"/>
                <a:gd name="connsiteY1" fmla="*/ 237406 h 832486"/>
                <a:gd name="connsiteX2" fmla="*/ 716618 w 832369"/>
                <a:gd name="connsiteY2" fmla="*/ 235557 h 832486"/>
                <a:gd name="connsiteX3" fmla="*/ 643675 w 832369"/>
                <a:gd name="connsiteY3" fmla="*/ 149379 h 832486"/>
                <a:gd name="connsiteX4" fmla="*/ 655099 w 832369"/>
                <a:gd name="connsiteY4" fmla="*/ 70263 h 832486"/>
                <a:gd name="connsiteX5" fmla="*/ 651587 w 832369"/>
                <a:gd name="connsiteY5" fmla="*/ 63479 h 832486"/>
                <a:gd name="connsiteX6" fmla="*/ 566278 w 832369"/>
                <a:gd name="connsiteY6" fmla="*/ 19577 h 832486"/>
                <a:gd name="connsiteX7" fmla="*/ 558717 w 832369"/>
                <a:gd name="connsiteY7" fmla="*/ 20667 h 832486"/>
                <a:gd name="connsiteX8" fmla="*/ 500969 w 832369"/>
                <a:gd name="connsiteY8" fmla="*/ 75938 h 832486"/>
                <a:gd name="connsiteX9" fmla="*/ 388450 w 832369"/>
                <a:gd name="connsiteY9" fmla="*/ 66695 h 832486"/>
                <a:gd name="connsiteX10" fmla="*/ 340537 w 832369"/>
                <a:gd name="connsiteY10" fmla="*/ 2626 h 832486"/>
                <a:gd name="connsiteX11" fmla="*/ 333253 w 832369"/>
                <a:gd name="connsiteY11" fmla="*/ 315 h 832486"/>
                <a:gd name="connsiteX12" fmla="*/ 241881 w 832369"/>
                <a:gd name="connsiteY12" fmla="*/ 29596 h 832486"/>
                <a:gd name="connsiteX13" fmla="*/ 237315 w 832369"/>
                <a:gd name="connsiteY13" fmla="*/ 35714 h 832486"/>
                <a:gd name="connsiteX14" fmla="*/ 235615 w 832369"/>
                <a:gd name="connsiteY14" fmla="*/ 115737 h 832486"/>
                <a:gd name="connsiteX15" fmla="*/ 149437 w 832369"/>
                <a:gd name="connsiteY15" fmla="*/ 188679 h 832486"/>
                <a:gd name="connsiteX16" fmla="*/ 70320 w 832369"/>
                <a:gd name="connsiteY16" fmla="*/ 177274 h 832486"/>
                <a:gd name="connsiteX17" fmla="*/ 63536 w 832369"/>
                <a:gd name="connsiteY17" fmla="*/ 180767 h 832486"/>
                <a:gd name="connsiteX18" fmla="*/ 19560 w 832369"/>
                <a:gd name="connsiteY18" fmla="*/ 266113 h 832486"/>
                <a:gd name="connsiteX19" fmla="*/ 20669 w 832369"/>
                <a:gd name="connsiteY19" fmla="*/ 273655 h 832486"/>
                <a:gd name="connsiteX20" fmla="*/ 75940 w 832369"/>
                <a:gd name="connsiteY20" fmla="*/ 331421 h 832486"/>
                <a:gd name="connsiteX21" fmla="*/ 66697 w 832369"/>
                <a:gd name="connsiteY21" fmla="*/ 443941 h 832486"/>
                <a:gd name="connsiteX22" fmla="*/ 2628 w 832369"/>
                <a:gd name="connsiteY22" fmla="*/ 491854 h 832486"/>
                <a:gd name="connsiteX23" fmla="*/ 317 w 832369"/>
                <a:gd name="connsiteY23" fmla="*/ 499119 h 832486"/>
                <a:gd name="connsiteX24" fmla="*/ 29597 w 832369"/>
                <a:gd name="connsiteY24" fmla="*/ 590491 h 832486"/>
                <a:gd name="connsiteX25" fmla="*/ 35697 w 832369"/>
                <a:gd name="connsiteY25" fmla="*/ 595057 h 832486"/>
                <a:gd name="connsiteX26" fmla="*/ 115683 w 832369"/>
                <a:gd name="connsiteY26" fmla="*/ 596906 h 832486"/>
                <a:gd name="connsiteX27" fmla="*/ 188625 w 832369"/>
                <a:gd name="connsiteY27" fmla="*/ 683083 h 832486"/>
                <a:gd name="connsiteX28" fmla="*/ 177220 w 832369"/>
                <a:gd name="connsiteY28" fmla="*/ 762219 h 832486"/>
                <a:gd name="connsiteX29" fmla="*/ 180714 w 832369"/>
                <a:gd name="connsiteY29" fmla="*/ 769003 h 832486"/>
                <a:gd name="connsiteX30" fmla="*/ 266041 w 832369"/>
                <a:gd name="connsiteY30" fmla="*/ 812905 h 832486"/>
                <a:gd name="connsiteX31" fmla="*/ 273583 w 832369"/>
                <a:gd name="connsiteY31" fmla="*/ 811814 h 832486"/>
                <a:gd name="connsiteX32" fmla="*/ 331349 w 832369"/>
                <a:gd name="connsiteY32" fmla="*/ 756544 h 832486"/>
                <a:gd name="connsiteX33" fmla="*/ 443869 w 832369"/>
                <a:gd name="connsiteY33" fmla="*/ 765786 h 832486"/>
                <a:gd name="connsiteX34" fmla="*/ 491782 w 832369"/>
                <a:gd name="connsiteY34" fmla="*/ 829837 h 832486"/>
                <a:gd name="connsiteX35" fmla="*/ 499047 w 832369"/>
                <a:gd name="connsiteY35" fmla="*/ 832166 h 832486"/>
                <a:gd name="connsiteX36" fmla="*/ 590419 w 832369"/>
                <a:gd name="connsiteY36" fmla="*/ 802886 h 832486"/>
                <a:gd name="connsiteX37" fmla="*/ 594985 w 832369"/>
                <a:gd name="connsiteY37" fmla="*/ 796767 h 832486"/>
                <a:gd name="connsiteX38" fmla="*/ 596833 w 832369"/>
                <a:gd name="connsiteY38" fmla="*/ 716782 h 832486"/>
                <a:gd name="connsiteX39" fmla="*/ 682956 w 832369"/>
                <a:gd name="connsiteY39" fmla="*/ 643766 h 832486"/>
                <a:gd name="connsiteX40" fmla="*/ 762091 w 832369"/>
                <a:gd name="connsiteY40" fmla="*/ 655189 h 832486"/>
                <a:gd name="connsiteX41" fmla="*/ 768875 w 832369"/>
                <a:gd name="connsiteY41" fmla="*/ 651696 h 832486"/>
                <a:gd name="connsiteX42" fmla="*/ 812777 w 832369"/>
                <a:gd name="connsiteY42" fmla="*/ 566368 h 832486"/>
                <a:gd name="connsiteX43" fmla="*/ 811687 w 832369"/>
                <a:gd name="connsiteY43" fmla="*/ 558808 h 832486"/>
                <a:gd name="connsiteX44" fmla="*/ 756416 w 832369"/>
                <a:gd name="connsiteY44" fmla="*/ 501060 h 832486"/>
                <a:gd name="connsiteX45" fmla="*/ 765659 w 832369"/>
                <a:gd name="connsiteY45" fmla="*/ 388541 h 832486"/>
                <a:gd name="connsiteX46" fmla="*/ 829728 w 832369"/>
                <a:gd name="connsiteY46" fmla="*/ 340627 h 832486"/>
                <a:gd name="connsiteX47" fmla="*/ 832057 w 832369"/>
                <a:gd name="connsiteY47" fmla="*/ 333363 h 83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32369" h="832486">
                  <a:moveTo>
                    <a:pt x="802721" y="241972"/>
                  </a:moveTo>
                  <a:cubicBezTo>
                    <a:pt x="801853" y="239310"/>
                    <a:pt x="799394" y="237480"/>
                    <a:pt x="796603" y="237406"/>
                  </a:cubicBezTo>
                  <a:lnTo>
                    <a:pt x="716618" y="235557"/>
                  </a:lnTo>
                  <a:cubicBezTo>
                    <a:pt x="697151" y="203061"/>
                    <a:pt x="672512" y="173946"/>
                    <a:pt x="643675" y="149379"/>
                  </a:cubicBezTo>
                  <a:lnTo>
                    <a:pt x="655099" y="70263"/>
                  </a:lnTo>
                  <a:cubicBezTo>
                    <a:pt x="655489" y="67485"/>
                    <a:pt x="654080" y="64764"/>
                    <a:pt x="651587" y="63479"/>
                  </a:cubicBezTo>
                  <a:lnTo>
                    <a:pt x="566278" y="19577"/>
                  </a:lnTo>
                  <a:cubicBezTo>
                    <a:pt x="563784" y="18285"/>
                    <a:pt x="560745" y="18723"/>
                    <a:pt x="558717" y="20667"/>
                  </a:cubicBezTo>
                  <a:lnTo>
                    <a:pt x="500969" y="75938"/>
                  </a:lnTo>
                  <a:cubicBezTo>
                    <a:pt x="464215" y="66758"/>
                    <a:pt x="426210" y="63636"/>
                    <a:pt x="388450" y="66695"/>
                  </a:cubicBezTo>
                  <a:lnTo>
                    <a:pt x="340537" y="2626"/>
                  </a:lnTo>
                  <a:cubicBezTo>
                    <a:pt x="338847" y="385"/>
                    <a:pt x="335926" y="-541"/>
                    <a:pt x="333253" y="315"/>
                  </a:cubicBezTo>
                  <a:lnTo>
                    <a:pt x="241881" y="29596"/>
                  </a:lnTo>
                  <a:cubicBezTo>
                    <a:pt x="239208" y="30450"/>
                    <a:pt x="237373" y="32908"/>
                    <a:pt x="237315" y="35714"/>
                  </a:cubicBezTo>
                  <a:lnTo>
                    <a:pt x="235615" y="115737"/>
                  </a:lnTo>
                  <a:cubicBezTo>
                    <a:pt x="203123" y="135220"/>
                    <a:pt x="174017" y="159861"/>
                    <a:pt x="149437" y="188679"/>
                  </a:cubicBezTo>
                  <a:lnTo>
                    <a:pt x="70320" y="177274"/>
                  </a:lnTo>
                  <a:cubicBezTo>
                    <a:pt x="67544" y="176867"/>
                    <a:pt x="64819" y="178272"/>
                    <a:pt x="63536" y="180767"/>
                  </a:cubicBezTo>
                  <a:lnTo>
                    <a:pt x="19560" y="266113"/>
                  </a:lnTo>
                  <a:cubicBezTo>
                    <a:pt x="18283" y="268609"/>
                    <a:pt x="18728" y="271640"/>
                    <a:pt x="20669" y="273655"/>
                  </a:cubicBezTo>
                  <a:lnTo>
                    <a:pt x="75940" y="331421"/>
                  </a:lnTo>
                  <a:cubicBezTo>
                    <a:pt x="66758" y="368170"/>
                    <a:pt x="63636" y="406176"/>
                    <a:pt x="66697" y="443941"/>
                  </a:cubicBezTo>
                  <a:lnTo>
                    <a:pt x="2628" y="491854"/>
                  </a:lnTo>
                  <a:cubicBezTo>
                    <a:pt x="385" y="493537"/>
                    <a:pt x="-543" y="496457"/>
                    <a:pt x="317" y="499119"/>
                  </a:cubicBezTo>
                  <a:lnTo>
                    <a:pt x="29597" y="590491"/>
                  </a:lnTo>
                  <a:cubicBezTo>
                    <a:pt x="30444" y="593153"/>
                    <a:pt x="32897" y="595002"/>
                    <a:pt x="35697" y="595057"/>
                  </a:cubicBezTo>
                  <a:lnTo>
                    <a:pt x="115683" y="596906"/>
                  </a:lnTo>
                  <a:cubicBezTo>
                    <a:pt x="135146" y="629403"/>
                    <a:pt x="159785" y="658517"/>
                    <a:pt x="188625" y="683083"/>
                  </a:cubicBezTo>
                  <a:lnTo>
                    <a:pt x="177220" y="762219"/>
                  </a:lnTo>
                  <a:cubicBezTo>
                    <a:pt x="176815" y="764991"/>
                    <a:pt x="178218" y="767727"/>
                    <a:pt x="180714" y="769003"/>
                  </a:cubicBezTo>
                  <a:lnTo>
                    <a:pt x="266041" y="812905"/>
                  </a:lnTo>
                  <a:cubicBezTo>
                    <a:pt x="268529" y="814199"/>
                    <a:pt x="271563" y="813755"/>
                    <a:pt x="273583" y="811814"/>
                  </a:cubicBezTo>
                  <a:lnTo>
                    <a:pt x="331349" y="756544"/>
                  </a:lnTo>
                  <a:cubicBezTo>
                    <a:pt x="368105" y="765712"/>
                    <a:pt x="406109" y="768836"/>
                    <a:pt x="443869" y="765786"/>
                  </a:cubicBezTo>
                  <a:lnTo>
                    <a:pt x="491782" y="829837"/>
                  </a:lnTo>
                  <a:cubicBezTo>
                    <a:pt x="493453" y="832093"/>
                    <a:pt x="496376" y="833035"/>
                    <a:pt x="499047" y="832166"/>
                  </a:cubicBezTo>
                  <a:lnTo>
                    <a:pt x="590419" y="802886"/>
                  </a:lnTo>
                  <a:cubicBezTo>
                    <a:pt x="593096" y="802036"/>
                    <a:pt x="594933" y="799577"/>
                    <a:pt x="594985" y="796767"/>
                  </a:cubicBezTo>
                  <a:lnTo>
                    <a:pt x="596833" y="716782"/>
                  </a:lnTo>
                  <a:cubicBezTo>
                    <a:pt x="629327" y="697299"/>
                    <a:pt x="658417" y="672639"/>
                    <a:pt x="682956" y="643766"/>
                  </a:cubicBezTo>
                  <a:lnTo>
                    <a:pt x="762091" y="655189"/>
                  </a:lnTo>
                  <a:cubicBezTo>
                    <a:pt x="764864" y="655577"/>
                    <a:pt x="767581" y="654173"/>
                    <a:pt x="768875" y="651696"/>
                  </a:cubicBezTo>
                  <a:lnTo>
                    <a:pt x="812777" y="566368"/>
                  </a:lnTo>
                  <a:cubicBezTo>
                    <a:pt x="814053" y="563873"/>
                    <a:pt x="813628" y="560841"/>
                    <a:pt x="811687" y="558808"/>
                  </a:cubicBezTo>
                  <a:lnTo>
                    <a:pt x="756416" y="501060"/>
                  </a:lnTo>
                  <a:cubicBezTo>
                    <a:pt x="765585" y="464311"/>
                    <a:pt x="768709" y="426306"/>
                    <a:pt x="765659" y="388541"/>
                  </a:cubicBezTo>
                  <a:lnTo>
                    <a:pt x="829728" y="340627"/>
                  </a:lnTo>
                  <a:cubicBezTo>
                    <a:pt x="831983" y="338945"/>
                    <a:pt x="832908" y="336024"/>
                    <a:pt x="832057" y="333363"/>
                  </a:cubicBezTo>
                  <a:close/>
                </a:path>
              </a:pathLst>
            </a:custGeom>
            <a:solidFill>
              <a:srgbClr val="659287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F0C20B3-E708-3BB5-C150-F6D28160F801}"/>
                </a:ext>
              </a:extLst>
            </p:cNvPr>
            <p:cNvSpPr/>
            <p:nvPr/>
          </p:nvSpPr>
          <p:spPr>
            <a:xfrm>
              <a:off x="4098499" y="2048168"/>
              <a:ext cx="193027" cy="193026"/>
            </a:xfrm>
            <a:custGeom>
              <a:avLst/>
              <a:gdLst>
                <a:gd name="connsiteX0" fmla="*/ 168947 w 193027"/>
                <a:gd name="connsiteY0" fmla="*/ 160293 h 193026"/>
                <a:gd name="connsiteX1" fmla="*/ 32733 w 193027"/>
                <a:gd name="connsiteY1" fmla="*/ 168944 h 193026"/>
                <a:gd name="connsiteX2" fmla="*/ 24078 w 193027"/>
                <a:gd name="connsiteY2" fmla="*/ 32727 h 193026"/>
                <a:gd name="connsiteX3" fmla="*/ 160292 w 193027"/>
                <a:gd name="connsiteY3" fmla="*/ 24076 h 193026"/>
                <a:gd name="connsiteX4" fmla="*/ 177505 w 193027"/>
                <a:gd name="connsiteY4" fmla="*/ 148998 h 193026"/>
                <a:gd name="connsiteX5" fmla="*/ 168947 w 193027"/>
                <a:gd name="connsiteY5" fmla="*/ 160293 h 193026"/>
                <a:gd name="connsiteX6" fmla="*/ 22784 w 193027"/>
                <a:gd name="connsiteY6" fmla="*/ 101140 h 193026"/>
                <a:gd name="connsiteX7" fmla="*/ 101274 w 193027"/>
                <a:gd name="connsiteY7" fmla="*/ 170238 h 193026"/>
                <a:gd name="connsiteX8" fmla="*/ 170366 w 193027"/>
                <a:gd name="connsiteY8" fmla="*/ 91750 h 193026"/>
                <a:gd name="connsiteX9" fmla="*/ 91878 w 193027"/>
                <a:gd name="connsiteY9" fmla="*/ 22652 h 193026"/>
                <a:gd name="connsiteX10" fmla="*/ 41122 w 193027"/>
                <a:gd name="connsiteY10" fmla="*/ 47533 h 193026"/>
                <a:gd name="connsiteX11" fmla="*/ 34485 w 193027"/>
                <a:gd name="connsiteY11" fmla="*/ 56277 h 193026"/>
                <a:gd name="connsiteX12" fmla="*/ 22784 w 193027"/>
                <a:gd name="connsiteY12" fmla="*/ 101140 h 193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027" h="193026">
                  <a:moveTo>
                    <a:pt x="168947" y="160293"/>
                  </a:moveTo>
                  <a:cubicBezTo>
                    <a:pt x="133723" y="200295"/>
                    <a:pt x="72739" y="204177"/>
                    <a:pt x="32733" y="168944"/>
                  </a:cubicBezTo>
                  <a:cubicBezTo>
                    <a:pt x="-7271" y="133730"/>
                    <a:pt x="-11145" y="72747"/>
                    <a:pt x="24078" y="32727"/>
                  </a:cubicBezTo>
                  <a:cubicBezTo>
                    <a:pt x="59302" y="-7275"/>
                    <a:pt x="120286" y="-11139"/>
                    <a:pt x="160292" y="24076"/>
                  </a:cubicBezTo>
                  <a:cubicBezTo>
                    <a:pt x="196199" y="55704"/>
                    <a:pt x="203523" y="108849"/>
                    <a:pt x="177505" y="148998"/>
                  </a:cubicBezTo>
                  <a:cubicBezTo>
                    <a:pt x="174932" y="152973"/>
                    <a:pt x="172072" y="156744"/>
                    <a:pt x="168947" y="160293"/>
                  </a:cubicBezTo>
                  <a:close/>
                  <a:moveTo>
                    <a:pt x="22784" y="101140"/>
                  </a:moveTo>
                  <a:cubicBezTo>
                    <a:pt x="25380" y="141900"/>
                    <a:pt x="60520" y="172826"/>
                    <a:pt x="101274" y="170238"/>
                  </a:cubicBezTo>
                  <a:cubicBezTo>
                    <a:pt x="142027" y="167631"/>
                    <a:pt x="172962" y="132491"/>
                    <a:pt x="170366" y="91750"/>
                  </a:cubicBezTo>
                  <a:cubicBezTo>
                    <a:pt x="167773" y="50990"/>
                    <a:pt x="132631" y="20064"/>
                    <a:pt x="91878" y="22652"/>
                  </a:cubicBezTo>
                  <a:cubicBezTo>
                    <a:pt x="72332" y="23891"/>
                    <a:pt x="54078" y="32838"/>
                    <a:pt x="41122" y="47533"/>
                  </a:cubicBezTo>
                  <a:cubicBezTo>
                    <a:pt x="38698" y="50287"/>
                    <a:pt x="36482" y="53208"/>
                    <a:pt x="34485" y="56277"/>
                  </a:cubicBezTo>
                  <a:cubicBezTo>
                    <a:pt x="25833" y="69568"/>
                    <a:pt x="21727" y="85317"/>
                    <a:pt x="22784" y="101140"/>
                  </a:cubicBezTo>
                  <a:close/>
                </a:path>
              </a:pathLst>
            </a:custGeom>
            <a:solidFill>
              <a:srgbClr val="FFFFFF">
                <a:alpha val="56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849178-4EB0-9D07-A41C-0F94064CE5B8}"/>
                </a:ext>
              </a:extLst>
            </p:cNvPr>
            <p:cNvSpPr/>
            <p:nvPr/>
          </p:nvSpPr>
          <p:spPr>
            <a:xfrm>
              <a:off x="3955822" y="1908026"/>
              <a:ext cx="466531" cy="474315"/>
            </a:xfrm>
            <a:custGeom>
              <a:avLst/>
              <a:gdLst>
                <a:gd name="connsiteX0" fmla="*/ 435844 w 466531"/>
                <a:gd name="connsiteY0" fmla="*/ 366703 h 474315"/>
                <a:gd name="connsiteX1" fmla="*/ 448081 w 466531"/>
                <a:gd name="connsiteY1" fmla="*/ 345630 h 474315"/>
                <a:gd name="connsiteX2" fmla="*/ 448081 w 466531"/>
                <a:gd name="connsiteY2" fmla="*/ 345630 h 474315"/>
                <a:gd name="connsiteX3" fmla="*/ 451501 w 466531"/>
                <a:gd name="connsiteY3" fmla="*/ 338698 h 474315"/>
                <a:gd name="connsiteX4" fmla="*/ 465014 w 466531"/>
                <a:gd name="connsiteY4" fmla="*/ 303207 h 474315"/>
                <a:gd name="connsiteX5" fmla="*/ 465162 w 466531"/>
                <a:gd name="connsiteY5" fmla="*/ 302707 h 474315"/>
                <a:gd name="connsiteX6" fmla="*/ 465568 w 466531"/>
                <a:gd name="connsiteY6" fmla="*/ 301303 h 474315"/>
                <a:gd name="connsiteX7" fmla="*/ 466326 w 466531"/>
                <a:gd name="connsiteY7" fmla="*/ 298548 h 474315"/>
                <a:gd name="connsiteX8" fmla="*/ 463960 w 466531"/>
                <a:gd name="connsiteY8" fmla="*/ 292374 h 474315"/>
                <a:gd name="connsiteX9" fmla="*/ 462352 w 466531"/>
                <a:gd name="connsiteY9" fmla="*/ 291653 h 474315"/>
                <a:gd name="connsiteX10" fmla="*/ 455499 w 466531"/>
                <a:gd name="connsiteY10" fmla="*/ 295461 h 474315"/>
                <a:gd name="connsiteX11" fmla="*/ 455457 w 466531"/>
                <a:gd name="connsiteY11" fmla="*/ 295628 h 474315"/>
                <a:gd name="connsiteX12" fmla="*/ 257666 w 466531"/>
                <a:gd name="connsiteY12" fmla="*/ 461994 h 474315"/>
                <a:gd name="connsiteX13" fmla="*/ 133815 w 466531"/>
                <a:gd name="connsiteY13" fmla="*/ 437964 h 474315"/>
                <a:gd name="connsiteX14" fmla="*/ 113703 w 466531"/>
                <a:gd name="connsiteY14" fmla="*/ 426300 h 474315"/>
                <a:gd name="connsiteX15" fmla="*/ 48351 w 466531"/>
                <a:gd name="connsiteY15" fmla="*/ 113549 h 474315"/>
                <a:gd name="connsiteX16" fmla="*/ 340590 w 466531"/>
                <a:gd name="connsiteY16" fmla="*/ 36262 h 474315"/>
                <a:gd name="connsiteX17" fmla="*/ 429079 w 466531"/>
                <a:gd name="connsiteY17" fmla="*/ 117819 h 474315"/>
                <a:gd name="connsiteX18" fmla="*/ 430798 w 466531"/>
                <a:gd name="connsiteY18" fmla="*/ 119556 h 474315"/>
                <a:gd name="connsiteX19" fmla="*/ 438565 w 466531"/>
                <a:gd name="connsiteY19" fmla="*/ 118466 h 474315"/>
                <a:gd name="connsiteX20" fmla="*/ 438635 w 466531"/>
                <a:gd name="connsiteY20" fmla="*/ 111885 h 474315"/>
                <a:gd name="connsiteX21" fmla="*/ 366543 w 466531"/>
                <a:gd name="connsiteY21" fmla="*/ 38351 h 474315"/>
                <a:gd name="connsiteX22" fmla="*/ 345692 w 466531"/>
                <a:gd name="connsiteY22" fmla="*/ 26262 h 474315"/>
                <a:gd name="connsiteX23" fmla="*/ 26287 w 466531"/>
                <a:gd name="connsiteY23" fmla="*/ 128596 h 474315"/>
                <a:gd name="connsiteX24" fmla="*/ 107621 w 466531"/>
                <a:gd name="connsiteY24" fmla="*/ 435764 h 474315"/>
                <a:gd name="connsiteX25" fmla="*/ 128731 w 466531"/>
                <a:gd name="connsiteY25" fmla="*/ 448020 h 474315"/>
                <a:gd name="connsiteX26" fmla="*/ 435900 w 466531"/>
                <a:gd name="connsiteY26" fmla="*/ 366685 h 47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6531" h="474315">
                  <a:moveTo>
                    <a:pt x="435844" y="366703"/>
                  </a:moveTo>
                  <a:cubicBezTo>
                    <a:pt x="440275" y="359882"/>
                    <a:pt x="444359" y="352858"/>
                    <a:pt x="448081" y="345630"/>
                  </a:cubicBezTo>
                  <a:lnTo>
                    <a:pt x="448081" y="345630"/>
                  </a:lnTo>
                  <a:cubicBezTo>
                    <a:pt x="449264" y="343338"/>
                    <a:pt x="450411" y="341027"/>
                    <a:pt x="451501" y="338698"/>
                  </a:cubicBezTo>
                  <a:cubicBezTo>
                    <a:pt x="456945" y="327256"/>
                    <a:pt x="461465" y="315370"/>
                    <a:pt x="465014" y="303207"/>
                  </a:cubicBezTo>
                  <a:cubicBezTo>
                    <a:pt x="465014" y="303040"/>
                    <a:pt x="465014" y="302874"/>
                    <a:pt x="465162" y="302707"/>
                  </a:cubicBezTo>
                  <a:lnTo>
                    <a:pt x="465568" y="301303"/>
                  </a:lnTo>
                  <a:cubicBezTo>
                    <a:pt x="465827" y="300378"/>
                    <a:pt x="466067" y="299454"/>
                    <a:pt x="466326" y="298548"/>
                  </a:cubicBezTo>
                  <a:cubicBezTo>
                    <a:pt x="466984" y="296201"/>
                    <a:pt x="466023" y="293687"/>
                    <a:pt x="463960" y="292374"/>
                  </a:cubicBezTo>
                  <a:cubicBezTo>
                    <a:pt x="463468" y="292042"/>
                    <a:pt x="462925" y="291801"/>
                    <a:pt x="462352" y="291653"/>
                  </a:cubicBezTo>
                  <a:cubicBezTo>
                    <a:pt x="459405" y="290822"/>
                    <a:pt x="456339" y="292522"/>
                    <a:pt x="455499" y="295461"/>
                  </a:cubicBezTo>
                  <a:cubicBezTo>
                    <a:pt x="455485" y="295517"/>
                    <a:pt x="455470" y="295572"/>
                    <a:pt x="455457" y="295628"/>
                  </a:cubicBezTo>
                  <a:cubicBezTo>
                    <a:pt x="430827" y="387000"/>
                    <a:pt x="351910" y="453380"/>
                    <a:pt x="257666" y="461994"/>
                  </a:cubicBezTo>
                  <a:cubicBezTo>
                    <a:pt x="214933" y="465987"/>
                    <a:pt x="171952" y="457650"/>
                    <a:pt x="133815" y="437964"/>
                  </a:cubicBezTo>
                  <a:cubicBezTo>
                    <a:pt x="126920" y="434414"/>
                    <a:pt x="120208" y="430514"/>
                    <a:pt x="113703" y="426300"/>
                  </a:cubicBezTo>
                  <a:cubicBezTo>
                    <a:pt x="9291" y="357978"/>
                    <a:pt x="-19967" y="217953"/>
                    <a:pt x="48351" y="113549"/>
                  </a:cubicBezTo>
                  <a:cubicBezTo>
                    <a:pt x="111646" y="16816"/>
                    <a:pt x="237750" y="-16531"/>
                    <a:pt x="340590" y="36262"/>
                  </a:cubicBezTo>
                  <a:cubicBezTo>
                    <a:pt x="376925" y="54932"/>
                    <a:pt x="407508" y="83122"/>
                    <a:pt x="429079" y="117819"/>
                  </a:cubicBezTo>
                  <a:cubicBezTo>
                    <a:pt x="429515" y="118521"/>
                    <a:pt x="430103" y="119113"/>
                    <a:pt x="430798" y="119556"/>
                  </a:cubicBezTo>
                  <a:cubicBezTo>
                    <a:pt x="433243" y="121405"/>
                    <a:pt x="436720" y="120906"/>
                    <a:pt x="438565" y="118466"/>
                  </a:cubicBezTo>
                  <a:cubicBezTo>
                    <a:pt x="440031" y="116525"/>
                    <a:pt x="440059" y="113863"/>
                    <a:pt x="438635" y="111885"/>
                  </a:cubicBezTo>
                  <a:cubicBezTo>
                    <a:pt x="420295" y="82383"/>
                    <a:pt x="395681" y="57280"/>
                    <a:pt x="366543" y="38351"/>
                  </a:cubicBezTo>
                  <a:cubicBezTo>
                    <a:pt x="359815" y="33988"/>
                    <a:pt x="352864" y="29959"/>
                    <a:pt x="345692" y="26262"/>
                  </a:cubicBezTo>
                  <a:cubicBezTo>
                    <a:pt x="229420" y="-33593"/>
                    <a:pt x="86123" y="12361"/>
                    <a:pt x="26287" y="128596"/>
                  </a:cubicBezTo>
                  <a:cubicBezTo>
                    <a:pt x="-29302" y="236697"/>
                    <a:pt x="5818" y="369328"/>
                    <a:pt x="107621" y="435764"/>
                  </a:cubicBezTo>
                  <a:cubicBezTo>
                    <a:pt x="114400" y="440163"/>
                    <a:pt x="121435" y="444249"/>
                    <a:pt x="128731" y="448020"/>
                  </a:cubicBezTo>
                  <a:cubicBezTo>
                    <a:pt x="236835" y="503623"/>
                    <a:pt x="369481" y="468501"/>
                    <a:pt x="435900" y="366685"/>
                  </a:cubicBezTo>
                  <a:close/>
                </a:path>
              </a:pathLst>
            </a:custGeom>
            <a:solidFill>
              <a:srgbClr val="FFFFFF">
                <a:alpha val="56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32" name="Graphic 4">
              <a:extLst>
                <a:ext uri="{FF2B5EF4-FFF2-40B4-BE49-F238E27FC236}">
                  <a16:creationId xmlns:a16="http://schemas.microsoft.com/office/drawing/2014/main" id="{49E51C1A-D553-E4B4-F857-E64A50F1BCAE}"/>
                </a:ext>
              </a:extLst>
            </p:cNvPr>
            <p:cNvGrpSpPr/>
            <p:nvPr/>
          </p:nvGrpSpPr>
          <p:grpSpPr>
            <a:xfrm>
              <a:off x="4496436" y="1388099"/>
              <a:ext cx="633119" cy="240570"/>
              <a:chOff x="4496436" y="1388099"/>
              <a:chExt cx="633119" cy="240570"/>
            </a:xfrm>
            <a:solidFill>
              <a:srgbClr val="B37CFF"/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7D473C0-A4CD-3C48-0FCD-42A056AD9613}"/>
                  </a:ext>
                </a:extLst>
              </p:cNvPr>
              <p:cNvSpPr/>
              <p:nvPr/>
            </p:nvSpPr>
            <p:spPr>
              <a:xfrm>
                <a:off x="5097646" y="1499364"/>
                <a:ext cx="31908" cy="33320"/>
              </a:xfrm>
              <a:custGeom>
                <a:avLst/>
                <a:gdLst>
                  <a:gd name="connsiteX0" fmla="*/ 30507 w 31908"/>
                  <a:gd name="connsiteY0" fmla="*/ 29359 h 33320"/>
                  <a:gd name="connsiteX1" fmla="*/ 29804 w 31908"/>
                  <a:gd name="connsiteY1" fmla="*/ 18989 h 33320"/>
                  <a:gd name="connsiteX2" fmla="*/ 14849 w 31908"/>
                  <a:gd name="connsiteY2" fmla="*/ 2556 h 33320"/>
                  <a:gd name="connsiteX3" fmla="*/ 2557 w 31908"/>
                  <a:gd name="connsiteY3" fmla="*/ 2535 h 33320"/>
                  <a:gd name="connsiteX4" fmla="*/ 2353 w 31908"/>
                  <a:gd name="connsiteY4" fmla="*/ 14626 h 33320"/>
                  <a:gd name="connsiteX5" fmla="*/ 16624 w 31908"/>
                  <a:gd name="connsiteY5" fmla="*/ 30302 h 33320"/>
                  <a:gd name="connsiteX6" fmla="*/ 28880 w 31908"/>
                  <a:gd name="connsiteY6" fmla="*/ 31226 h 33320"/>
                  <a:gd name="connsiteX7" fmla="*/ 30507 w 31908"/>
                  <a:gd name="connsiteY7" fmla="*/ 29359 h 33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908" h="33320">
                    <a:moveTo>
                      <a:pt x="30507" y="29359"/>
                    </a:moveTo>
                    <a:cubicBezTo>
                      <a:pt x="32614" y="26133"/>
                      <a:pt x="32318" y="21902"/>
                      <a:pt x="29804" y="18989"/>
                    </a:cubicBezTo>
                    <a:cubicBezTo>
                      <a:pt x="25016" y="13443"/>
                      <a:pt x="19970" y="7898"/>
                      <a:pt x="14849" y="2556"/>
                    </a:cubicBezTo>
                    <a:cubicBezTo>
                      <a:pt x="11467" y="-844"/>
                      <a:pt x="5958" y="-853"/>
                      <a:pt x="2557" y="2535"/>
                    </a:cubicBezTo>
                    <a:cubicBezTo>
                      <a:pt x="-770" y="5848"/>
                      <a:pt x="-863" y="11201"/>
                      <a:pt x="2353" y="14626"/>
                    </a:cubicBezTo>
                    <a:cubicBezTo>
                      <a:pt x="7252" y="19691"/>
                      <a:pt x="12058" y="24960"/>
                      <a:pt x="16624" y="30302"/>
                    </a:cubicBezTo>
                    <a:cubicBezTo>
                      <a:pt x="19767" y="33932"/>
                      <a:pt x="25238" y="34346"/>
                      <a:pt x="28880" y="31226"/>
                    </a:cubicBezTo>
                    <a:cubicBezTo>
                      <a:pt x="29508" y="30684"/>
                      <a:pt x="30063" y="30056"/>
                      <a:pt x="30507" y="29359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EDD9895-BA0C-52D2-20C8-10E46BB9E705}"/>
                  </a:ext>
                </a:extLst>
              </p:cNvPr>
              <p:cNvSpPr/>
              <p:nvPr/>
            </p:nvSpPr>
            <p:spPr>
              <a:xfrm>
                <a:off x="4496436" y="1388099"/>
                <a:ext cx="585089" cy="240570"/>
              </a:xfrm>
              <a:custGeom>
                <a:avLst/>
                <a:gdLst>
                  <a:gd name="connsiteX0" fmla="*/ 583230 w 585089"/>
                  <a:gd name="connsiteY0" fmla="*/ 94762 h 240570"/>
                  <a:gd name="connsiteX1" fmla="*/ 571012 w 585089"/>
                  <a:gd name="connsiteY1" fmla="*/ 96077 h 240570"/>
                  <a:gd name="connsiteX2" fmla="*/ 571012 w 585089"/>
                  <a:gd name="connsiteY2" fmla="*/ 96075 h 240570"/>
                  <a:gd name="connsiteX3" fmla="*/ 541435 w 585089"/>
                  <a:gd name="connsiteY3" fmla="*/ 74688 h 240570"/>
                  <a:gd name="connsiteX4" fmla="*/ 534947 w 585089"/>
                  <a:gd name="connsiteY4" fmla="*/ 70565 h 240570"/>
                  <a:gd name="connsiteX5" fmla="*/ 532156 w 585089"/>
                  <a:gd name="connsiteY5" fmla="*/ 58605 h 240570"/>
                  <a:gd name="connsiteX6" fmla="*/ 544116 w 585089"/>
                  <a:gd name="connsiteY6" fmla="*/ 55814 h 240570"/>
                  <a:gd name="connsiteX7" fmla="*/ 550900 w 585089"/>
                  <a:gd name="connsiteY7" fmla="*/ 60121 h 240570"/>
                  <a:gd name="connsiteX8" fmla="*/ 581844 w 585089"/>
                  <a:gd name="connsiteY8" fmla="*/ 82544 h 240570"/>
                  <a:gd name="connsiteX9" fmla="*/ 583693 w 585089"/>
                  <a:gd name="connsiteY9" fmla="*/ 94041 h 240570"/>
                  <a:gd name="connsiteX10" fmla="*/ 496184 w 585089"/>
                  <a:gd name="connsiteY10" fmla="*/ 49640 h 240570"/>
                  <a:gd name="connsiteX11" fmla="*/ 455091 w 585089"/>
                  <a:gd name="connsiteY11" fmla="*/ 33613 h 240570"/>
                  <a:gd name="connsiteX12" fmla="*/ 449435 w 585089"/>
                  <a:gd name="connsiteY12" fmla="*/ 22642 h 240570"/>
                  <a:gd name="connsiteX13" fmla="*/ 460396 w 585089"/>
                  <a:gd name="connsiteY13" fmla="*/ 16977 h 240570"/>
                  <a:gd name="connsiteX14" fmla="*/ 503467 w 585089"/>
                  <a:gd name="connsiteY14" fmla="*/ 33780 h 240570"/>
                  <a:gd name="connsiteX15" fmla="*/ 507700 w 585089"/>
                  <a:gd name="connsiteY15" fmla="*/ 45315 h 240570"/>
                  <a:gd name="connsiteX16" fmla="*/ 507700 w 585089"/>
                  <a:gd name="connsiteY16" fmla="*/ 45315 h 240570"/>
                  <a:gd name="connsiteX17" fmla="*/ 507090 w 585089"/>
                  <a:gd name="connsiteY17" fmla="*/ 46405 h 240570"/>
                  <a:gd name="connsiteX18" fmla="*/ 496184 w 585089"/>
                  <a:gd name="connsiteY18" fmla="*/ 49640 h 240570"/>
                  <a:gd name="connsiteX19" fmla="*/ 412335 w 585089"/>
                  <a:gd name="connsiteY19" fmla="*/ 22781 h 240570"/>
                  <a:gd name="connsiteX20" fmla="*/ 368544 w 585089"/>
                  <a:gd name="connsiteY20" fmla="*/ 17346 h 240570"/>
                  <a:gd name="connsiteX21" fmla="*/ 360614 w 585089"/>
                  <a:gd name="connsiteY21" fmla="*/ 7969 h 240570"/>
                  <a:gd name="connsiteX22" fmla="*/ 369616 w 585089"/>
                  <a:gd name="connsiteY22" fmla="*/ 7 h 240570"/>
                  <a:gd name="connsiteX23" fmla="*/ 415533 w 585089"/>
                  <a:gd name="connsiteY23" fmla="*/ 5701 h 240570"/>
                  <a:gd name="connsiteX24" fmla="*/ 422483 w 585089"/>
                  <a:gd name="connsiteY24" fmla="*/ 15840 h 240570"/>
                  <a:gd name="connsiteX25" fmla="*/ 412335 w 585089"/>
                  <a:gd name="connsiteY25" fmla="*/ 22781 h 240570"/>
                  <a:gd name="connsiteX26" fmla="*/ 324438 w 585089"/>
                  <a:gd name="connsiteY26" fmla="*/ 17346 h 240570"/>
                  <a:gd name="connsiteX27" fmla="*/ 280684 w 585089"/>
                  <a:gd name="connsiteY27" fmla="*/ 22781 h 240570"/>
                  <a:gd name="connsiteX28" fmla="*/ 270535 w 585089"/>
                  <a:gd name="connsiteY28" fmla="*/ 15849 h 240570"/>
                  <a:gd name="connsiteX29" fmla="*/ 277467 w 585089"/>
                  <a:gd name="connsiteY29" fmla="*/ 5701 h 240570"/>
                  <a:gd name="connsiteX30" fmla="*/ 323366 w 585089"/>
                  <a:gd name="connsiteY30" fmla="*/ 7 h 240570"/>
                  <a:gd name="connsiteX31" fmla="*/ 332405 w 585089"/>
                  <a:gd name="connsiteY31" fmla="*/ 8335 h 240570"/>
                  <a:gd name="connsiteX32" fmla="*/ 324438 w 585089"/>
                  <a:gd name="connsiteY32" fmla="*/ 17346 h 240570"/>
                  <a:gd name="connsiteX33" fmla="*/ 237890 w 585089"/>
                  <a:gd name="connsiteY33" fmla="*/ 33540 h 240570"/>
                  <a:gd name="connsiteX34" fmla="*/ 196761 w 585089"/>
                  <a:gd name="connsiteY34" fmla="*/ 49437 h 240570"/>
                  <a:gd name="connsiteX35" fmla="*/ 185355 w 585089"/>
                  <a:gd name="connsiteY35" fmla="*/ 44862 h 240570"/>
                  <a:gd name="connsiteX36" fmla="*/ 189515 w 585089"/>
                  <a:gd name="connsiteY36" fmla="*/ 33650 h 240570"/>
                  <a:gd name="connsiteX37" fmla="*/ 232622 w 585089"/>
                  <a:gd name="connsiteY37" fmla="*/ 17014 h 240570"/>
                  <a:gd name="connsiteX38" fmla="*/ 243565 w 585089"/>
                  <a:gd name="connsiteY38" fmla="*/ 22698 h 240570"/>
                  <a:gd name="connsiteX39" fmla="*/ 237890 w 585089"/>
                  <a:gd name="connsiteY39" fmla="*/ 33650 h 240570"/>
                  <a:gd name="connsiteX40" fmla="*/ 157887 w 585089"/>
                  <a:gd name="connsiteY40" fmla="*/ 70251 h 240570"/>
                  <a:gd name="connsiteX41" fmla="*/ 121914 w 585089"/>
                  <a:gd name="connsiteY41" fmla="*/ 95668 h 240570"/>
                  <a:gd name="connsiteX42" fmla="*/ 109751 w 585089"/>
                  <a:gd name="connsiteY42" fmla="*/ 93966 h 240570"/>
                  <a:gd name="connsiteX43" fmla="*/ 111027 w 585089"/>
                  <a:gd name="connsiteY43" fmla="*/ 82137 h 240570"/>
                  <a:gd name="connsiteX44" fmla="*/ 148773 w 585089"/>
                  <a:gd name="connsiteY44" fmla="*/ 55463 h 240570"/>
                  <a:gd name="connsiteX45" fmla="*/ 160715 w 585089"/>
                  <a:gd name="connsiteY45" fmla="*/ 58341 h 240570"/>
                  <a:gd name="connsiteX46" fmla="*/ 160604 w 585089"/>
                  <a:gd name="connsiteY46" fmla="*/ 67589 h 240570"/>
                  <a:gd name="connsiteX47" fmla="*/ 157887 w 585089"/>
                  <a:gd name="connsiteY47" fmla="*/ 70251 h 240570"/>
                  <a:gd name="connsiteX48" fmla="*/ 89325 w 585089"/>
                  <a:gd name="connsiteY48" fmla="*/ 125374 h 240570"/>
                  <a:gd name="connsiteX49" fmla="*/ 60673 w 585089"/>
                  <a:gd name="connsiteY49" fmla="*/ 158887 h 240570"/>
                  <a:gd name="connsiteX50" fmla="*/ 48491 w 585089"/>
                  <a:gd name="connsiteY50" fmla="*/ 160597 h 240570"/>
                  <a:gd name="connsiteX51" fmla="*/ 46791 w 585089"/>
                  <a:gd name="connsiteY51" fmla="*/ 148425 h 240570"/>
                  <a:gd name="connsiteX52" fmla="*/ 76848 w 585089"/>
                  <a:gd name="connsiteY52" fmla="*/ 113303 h 240570"/>
                  <a:gd name="connsiteX53" fmla="*/ 89140 w 585089"/>
                  <a:gd name="connsiteY53" fmla="*/ 113079 h 240570"/>
                  <a:gd name="connsiteX54" fmla="*/ 90379 w 585089"/>
                  <a:gd name="connsiteY54" fmla="*/ 124080 h 240570"/>
                  <a:gd name="connsiteX55" fmla="*/ 89325 w 585089"/>
                  <a:gd name="connsiteY55" fmla="*/ 125374 h 240570"/>
                  <a:gd name="connsiteX56" fmla="*/ 5310 w 585089"/>
                  <a:gd name="connsiteY56" fmla="*/ 239797 h 240570"/>
                  <a:gd name="connsiteX57" fmla="*/ 687 w 585089"/>
                  <a:gd name="connsiteY57" fmla="*/ 228414 h 240570"/>
                  <a:gd name="connsiteX58" fmla="*/ 689 w 585089"/>
                  <a:gd name="connsiteY58" fmla="*/ 228410 h 240570"/>
                  <a:gd name="connsiteX59" fmla="*/ 18324 w 585089"/>
                  <a:gd name="connsiteY59" fmla="*/ 192383 h 240570"/>
                  <a:gd name="connsiteX60" fmla="*/ 21318 w 585089"/>
                  <a:gd name="connsiteY60" fmla="*/ 187077 h 240570"/>
                  <a:gd name="connsiteX61" fmla="*/ 33093 w 585089"/>
                  <a:gd name="connsiteY61" fmla="*/ 183562 h 240570"/>
                  <a:gd name="connsiteX62" fmla="*/ 36605 w 585089"/>
                  <a:gd name="connsiteY62" fmla="*/ 195335 h 240570"/>
                  <a:gd name="connsiteX63" fmla="*/ 36347 w 585089"/>
                  <a:gd name="connsiteY63" fmla="*/ 195784 h 240570"/>
                  <a:gd name="connsiteX64" fmla="*/ 33518 w 585089"/>
                  <a:gd name="connsiteY64" fmla="*/ 200793 h 240570"/>
                  <a:gd name="connsiteX65" fmla="*/ 16697 w 585089"/>
                  <a:gd name="connsiteY65" fmla="*/ 235250 h 240570"/>
                  <a:gd name="connsiteX66" fmla="*/ 5382 w 585089"/>
                  <a:gd name="connsiteY66" fmla="*/ 239901 h 240570"/>
                  <a:gd name="connsiteX67" fmla="*/ 5310 w 585089"/>
                  <a:gd name="connsiteY67" fmla="*/ 239871 h 240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585089" h="240570">
                    <a:moveTo>
                      <a:pt x="583230" y="94762"/>
                    </a:moveTo>
                    <a:cubicBezTo>
                      <a:pt x="580218" y="98498"/>
                      <a:pt x="574746" y="99088"/>
                      <a:pt x="571012" y="96077"/>
                    </a:cubicBezTo>
                    <a:cubicBezTo>
                      <a:pt x="571012" y="96077"/>
                      <a:pt x="571012" y="96075"/>
                      <a:pt x="571012" y="96075"/>
                    </a:cubicBezTo>
                    <a:cubicBezTo>
                      <a:pt x="561529" y="88450"/>
                      <a:pt x="551658" y="81313"/>
                      <a:pt x="541435" y="74688"/>
                    </a:cubicBezTo>
                    <a:cubicBezTo>
                      <a:pt x="539310" y="73301"/>
                      <a:pt x="537128" y="71933"/>
                      <a:pt x="534947" y="70565"/>
                    </a:cubicBezTo>
                    <a:cubicBezTo>
                      <a:pt x="530880" y="68033"/>
                      <a:pt x="529623" y="62680"/>
                      <a:pt x="532156" y="58605"/>
                    </a:cubicBezTo>
                    <a:cubicBezTo>
                      <a:pt x="534781" y="54670"/>
                      <a:pt x="540012" y="53448"/>
                      <a:pt x="544116" y="55814"/>
                    </a:cubicBezTo>
                    <a:cubicBezTo>
                      <a:pt x="546408" y="57238"/>
                      <a:pt x="548663" y="58661"/>
                      <a:pt x="550900" y="60121"/>
                    </a:cubicBezTo>
                    <a:cubicBezTo>
                      <a:pt x="561584" y="67064"/>
                      <a:pt x="571917" y="74549"/>
                      <a:pt x="581844" y="82544"/>
                    </a:cubicBezTo>
                    <a:cubicBezTo>
                      <a:pt x="585319" y="85335"/>
                      <a:pt x="586114" y="90302"/>
                      <a:pt x="583693" y="94041"/>
                    </a:cubicBezTo>
                    <a:close/>
                    <a:moveTo>
                      <a:pt x="496184" y="49640"/>
                    </a:moveTo>
                    <a:cubicBezTo>
                      <a:pt x="482819" y="43470"/>
                      <a:pt x="469103" y="38118"/>
                      <a:pt x="455091" y="33613"/>
                    </a:cubicBezTo>
                    <a:cubicBezTo>
                      <a:pt x="450488" y="32149"/>
                      <a:pt x="447956" y="27236"/>
                      <a:pt x="449435" y="22642"/>
                    </a:cubicBezTo>
                    <a:cubicBezTo>
                      <a:pt x="450895" y="18049"/>
                      <a:pt x="455794" y="15513"/>
                      <a:pt x="460396" y="16977"/>
                    </a:cubicBezTo>
                    <a:cubicBezTo>
                      <a:pt x="475092" y="21689"/>
                      <a:pt x="489474" y="27299"/>
                      <a:pt x="503467" y="33780"/>
                    </a:cubicBezTo>
                    <a:cubicBezTo>
                      <a:pt x="507829" y="35797"/>
                      <a:pt x="509715" y="40959"/>
                      <a:pt x="507700" y="45315"/>
                    </a:cubicBezTo>
                    <a:cubicBezTo>
                      <a:pt x="507700" y="45315"/>
                      <a:pt x="507700" y="45315"/>
                      <a:pt x="507700" y="45315"/>
                    </a:cubicBezTo>
                    <a:cubicBezTo>
                      <a:pt x="507534" y="45699"/>
                      <a:pt x="507330" y="46065"/>
                      <a:pt x="507090" y="46405"/>
                    </a:cubicBezTo>
                    <a:cubicBezTo>
                      <a:pt x="504761" y="50052"/>
                      <a:pt x="500121" y="51431"/>
                      <a:pt x="496184" y="49640"/>
                    </a:cubicBezTo>
                    <a:close/>
                    <a:moveTo>
                      <a:pt x="412335" y="22781"/>
                    </a:moveTo>
                    <a:cubicBezTo>
                      <a:pt x="397861" y="20073"/>
                      <a:pt x="383239" y="18258"/>
                      <a:pt x="368544" y="17346"/>
                    </a:cubicBezTo>
                    <a:cubicBezTo>
                      <a:pt x="363756" y="16949"/>
                      <a:pt x="360207" y="12751"/>
                      <a:pt x="360614" y="7969"/>
                    </a:cubicBezTo>
                    <a:cubicBezTo>
                      <a:pt x="360983" y="3329"/>
                      <a:pt x="364958" y="-181"/>
                      <a:pt x="369616" y="7"/>
                    </a:cubicBezTo>
                    <a:cubicBezTo>
                      <a:pt x="385032" y="959"/>
                      <a:pt x="400357" y="2860"/>
                      <a:pt x="415533" y="5701"/>
                    </a:cubicBezTo>
                    <a:cubicBezTo>
                      <a:pt x="420247" y="6584"/>
                      <a:pt x="423352" y="11123"/>
                      <a:pt x="422483" y="15840"/>
                    </a:cubicBezTo>
                    <a:cubicBezTo>
                      <a:pt x="421596" y="20557"/>
                      <a:pt x="417049" y="23665"/>
                      <a:pt x="412335" y="22781"/>
                    </a:cubicBezTo>
                    <a:close/>
                    <a:moveTo>
                      <a:pt x="324438" y="17346"/>
                    </a:moveTo>
                    <a:cubicBezTo>
                      <a:pt x="309761" y="18258"/>
                      <a:pt x="295139" y="20073"/>
                      <a:pt x="280684" y="22781"/>
                    </a:cubicBezTo>
                    <a:cubicBezTo>
                      <a:pt x="275970" y="23668"/>
                      <a:pt x="271423" y="20567"/>
                      <a:pt x="270535" y="15849"/>
                    </a:cubicBezTo>
                    <a:cubicBezTo>
                      <a:pt x="269648" y="11132"/>
                      <a:pt x="272753" y="6588"/>
                      <a:pt x="277467" y="5701"/>
                    </a:cubicBezTo>
                    <a:cubicBezTo>
                      <a:pt x="292644" y="2869"/>
                      <a:pt x="307968" y="969"/>
                      <a:pt x="323366" y="7"/>
                    </a:cubicBezTo>
                    <a:cubicBezTo>
                      <a:pt x="328153" y="-189"/>
                      <a:pt x="332202" y="3540"/>
                      <a:pt x="332405" y="8335"/>
                    </a:cubicBezTo>
                    <a:cubicBezTo>
                      <a:pt x="332590" y="12988"/>
                      <a:pt x="329078" y="16962"/>
                      <a:pt x="324438" y="17346"/>
                    </a:cubicBezTo>
                    <a:close/>
                    <a:moveTo>
                      <a:pt x="237890" y="33540"/>
                    </a:moveTo>
                    <a:cubicBezTo>
                      <a:pt x="223879" y="37998"/>
                      <a:pt x="210144" y="43307"/>
                      <a:pt x="196761" y="49437"/>
                    </a:cubicBezTo>
                    <a:cubicBezTo>
                      <a:pt x="192343" y="51322"/>
                      <a:pt x="187241" y="49274"/>
                      <a:pt x="185355" y="44862"/>
                    </a:cubicBezTo>
                    <a:cubicBezTo>
                      <a:pt x="183544" y="40614"/>
                      <a:pt x="185374" y="35687"/>
                      <a:pt x="189515" y="33650"/>
                    </a:cubicBezTo>
                    <a:cubicBezTo>
                      <a:pt x="203527" y="27230"/>
                      <a:pt x="217926" y="21676"/>
                      <a:pt x="232622" y="17014"/>
                    </a:cubicBezTo>
                    <a:cubicBezTo>
                      <a:pt x="237225" y="15559"/>
                      <a:pt x="242124" y="18104"/>
                      <a:pt x="243565" y="22698"/>
                    </a:cubicBezTo>
                    <a:cubicBezTo>
                      <a:pt x="245026" y="27292"/>
                      <a:pt x="242493" y="32196"/>
                      <a:pt x="237890" y="33650"/>
                    </a:cubicBezTo>
                    <a:close/>
                    <a:moveTo>
                      <a:pt x="157887" y="70251"/>
                    </a:moveTo>
                    <a:cubicBezTo>
                      <a:pt x="145391" y="77974"/>
                      <a:pt x="133375" y="86463"/>
                      <a:pt x="121914" y="95668"/>
                    </a:cubicBezTo>
                    <a:cubicBezTo>
                      <a:pt x="118088" y="98559"/>
                      <a:pt x="112635" y="97796"/>
                      <a:pt x="109751" y="93966"/>
                    </a:cubicBezTo>
                    <a:cubicBezTo>
                      <a:pt x="106979" y="90304"/>
                      <a:pt x="107551" y="85124"/>
                      <a:pt x="111027" y="82137"/>
                    </a:cubicBezTo>
                    <a:cubicBezTo>
                      <a:pt x="123042" y="72471"/>
                      <a:pt x="135649" y="63563"/>
                      <a:pt x="148773" y="55463"/>
                    </a:cubicBezTo>
                    <a:cubicBezTo>
                      <a:pt x="152859" y="52960"/>
                      <a:pt x="158219" y="54248"/>
                      <a:pt x="160715" y="58341"/>
                    </a:cubicBezTo>
                    <a:cubicBezTo>
                      <a:pt x="162453" y="61190"/>
                      <a:pt x="162416" y="64785"/>
                      <a:pt x="160604" y="67589"/>
                    </a:cubicBezTo>
                    <a:cubicBezTo>
                      <a:pt x="159920" y="68671"/>
                      <a:pt x="158977" y="69580"/>
                      <a:pt x="157887" y="70251"/>
                    </a:cubicBezTo>
                    <a:close/>
                    <a:moveTo>
                      <a:pt x="89325" y="125374"/>
                    </a:moveTo>
                    <a:cubicBezTo>
                      <a:pt x="79103" y="135949"/>
                      <a:pt x="69528" y="147142"/>
                      <a:pt x="60673" y="158887"/>
                    </a:cubicBezTo>
                    <a:cubicBezTo>
                      <a:pt x="57789" y="162721"/>
                      <a:pt x="52336" y="163487"/>
                      <a:pt x="48491" y="160597"/>
                    </a:cubicBezTo>
                    <a:cubicBezTo>
                      <a:pt x="44665" y="157708"/>
                      <a:pt x="43907" y="152259"/>
                      <a:pt x="46791" y="148425"/>
                    </a:cubicBezTo>
                    <a:cubicBezTo>
                      <a:pt x="56089" y="136114"/>
                      <a:pt x="66126" y="124383"/>
                      <a:pt x="76848" y="113303"/>
                    </a:cubicBezTo>
                    <a:cubicBezTo>
                      <a:pt x="80175" y="109848"/>
                      <a:pt x="85684" y="109748"/>
                      <a:pt x="89140" y="113079"/>
                    </a:cubicBezTo>
                    <a:cubicBezTo>
                      <a:pt x="92135" y="115972"/>
                      <a:pt x="92652" y="120588"/>
                      <a:pt x="90379" y="124080"/>
                    </a:cubicBezTo>
                    <a:cubicBezTo>
                      <a:pt x="90083" y="124548"/>
                      <a:pt x="89713" y="124982"/>
                      <a:pt x="89325" y="125374"/>
                    </a:cubicBezTo>
                    <a:close/>
                    <a:moveTo>
                      <a:pt x="5310" y="239797"/>
                    </a:moveTo>
                    <a:cubicBezTo>
                      <a:pt x="890" y="237930"/>
                      <a:pt x="-1180" y="232834"/>
                      <a:pt x="687" y="228414"/>
                    </a:cubicBezTo>
                    <a:cubicBezTo>
                      <a:pt x="689" y="228412"/>
                      <a:pt x="689" y="228412"/>
                      <a:pt x="689" y="228410"/>
                    </a:cubicBezTo>
                    <a:cubicBezTo>
                      <a:pt x="5925" y="216097"/>
                      <a:pt x="11813" y="204071"/>
                      <a:pt x="18324" y="192383"/>
                    </a:cubicBezTo>
                    <a:cubicBezTo>
                      <a:pt x="19303" y="190534"/>
                      <a:pt x="20301" y="188834"/>
                      <a:pt x="21318" y="187077"/>
                    </a:cubicBezTo>
                    <a:cubicBezTo>
                      <a:pt x="23592" y="182855"/>
                      <a:pt x="28860" y="181282"/>
                      <a:pt x="33093" y="183562"/>
                    </a:cubicBezTo>
                    <a:cubicBezTo>
                      <a:pt x="37308" y="185841"/>
                      <a:pt x="38879" y="191113"/>
                      <a:pt x="36605" y="195335"/>
                    </a:cubicBezTo>
                    <a:cubicBezTo>
                      <a:pt x="36531" y="195486"/>
                      <a:pt x="36439" y="195636"/>
                      <a:pt x="36347" y="195784"/>
                    </a:cubicBezTo>
                    <a:cubicBezTo>
                      <a:pt x="35404" y="197429"/>
                      <a:pt x="34498" y="199093"/>
                      <a:pt x="33518" y="200793"/>
                    </a:cubicBezTo>
                    <a:cubicBezTo>
                      <a:pt x="27307" y="211971"/>
                      <a:pt x="21688" y="223473"/>
                      <a:pt x="16697" y="235250"/>
                    </a:cubicBezTo>
                    <a:cubicBezTo>
                      <a:pt x="14856" y="239658"/>
                      <a:pt x="9791" y="241742"/>
                      <a:pt x="5382" y="239901"/>
                    </a:cubicBezTo>
                    <a:cubicBezTo>
                      <a:pt x="5358" y="239891"/>
                      <a:pt x="5334" y="239880"/>
                      <a:pt x="5310" y="239871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35" name="Graphic 4">
              <a:extLst>
                <a:ext uri="{FF2B5EF4-FFF2-40B4-BE49-F238E27FC236}">
                  <a16:creationId xmlns:a16="http://schemas.microsoft.com/office/drawing/2014/main" id="{C30B9533-2A5C-9C25-6ABA-5BE6D679B99F}"/>
                </a:ext>
              </a:extLst>
            </p:cNvPr>
            <p:cNvGrpSpPr/>
            <p:nvPr/>
          </p:nvGrpSpPr>
          <p:grpSpPr>
            <a:xfrm>
              <a:off x="4792995" y="1725925"/>
              <a:ext cx="424829" cy="411851"/>
              <a:chOff x="4792995" y="1725925"/>
              <a:chExt cx="424829" cy="411851"/>
            </a:xfrm>
            <a:solidFill>
              <a:srgbClr val="B37CFF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1F5A383-3F48-354A-CF2F-EB8D9433354E}"/>
                  </a:ext>
                </a:extLst>
              </p:cNvPr>
              <p:cNvSpPr/>
              <p:nvPr/>
            </p:nvSpPr>
            <p:spPr>
              <a:xfrm>
                <a:off x="4792995" y="1792263"/>
                <a:ext cx="422902" cy="345514"/>
              </a:xfrm>
              <a:custGeom>
                <a:avLst/>
                <a:gdLst>
                  <a:gd name="connsiteX0" fmla="*/ 361388 w 422902"/>
                  <a:gd name="connsiteY0" fmla="*/ 179107 h 345514"/>
                  <a:gd name="connsiteX1" fmla="*/ 333882 w 422902"/>
                  <a:gd name="connsiteY1" fmla="*/ 215319 h 345514"/>
                  <a:gd name="connsiteX2" fmla="*/ 321626 w 422902"/>
                  <a:gd name="connsiteY2" fmla="*/ 216243 h 345514"/>
                  <a:gd name="connsiteX3" fmla="*/ 320702 w 422902"/>
                  <a:gd name="connsiteY3" fmla="*/ 203988 h 345514"/>
                  <a:gd name="connsiteX4" fmla="*/ 346933 w 422902"/>
                  <a:gd name="connsiteY4" fmla="*/ 169457 h 345514"/>
                  <a:gd name="connsiteX5" fmla="*/ 358985 w 422902"/>
                  <a:gd name="connsiteY5" fmla="*/ 167091 h 345514"/>
                  <a:gd name="connsiteX6" fmla="*/ 361444 w 422902"/>
                  <a:gd name="connsiteY6" fmla="*/ 179014 h 345514"/>
                  <a:gd name="connsiteX7" fmla="*/ 372664 w 422902"/>
                  <a:gd name="connsiteY7" fmla="*/ 143652 h 345514"/>
                  <a:gd name="connsiteX8" fmla="*/ 368856 w 422902"/>
                  <a:gd name="connsiteY8" fmla="*/ 132006 h 345514"/>
                  <a:gd name="connsiteX9" fmla="*/ 368856 w 422902"/>
                  <a:gd name="connsiteY9" fmla="*/ 131988 h 345514"/>
                  <a:gd name="connsiteX10" fmla="*/ 386121 w 422902"/>
                  <a:gd name="connsiteY10" fmla="*/ 92171 h 345514"/>
                  <a:gd name="connsiteX11" fmla="*/ 397083 w 422902"/>
                  <a:gd name="connsiteY11" fmla="*/ 86625 h 345514"/>
                  <a:gd name="connsiteX12" fmla="*/ 402629 w 422902"/>
                  <a:gd name="connsiteY12" fmla="*/ 97587 h 345514"/>
                  <a:gd name="connsiteX13" fmla="*/ 402444 w 422902"/>
                  <a:gd name="connsiteY13" fmla="*/ 98105 h 345514"/>
                  <a:gd name="connsiteX14" fmla="*/ 384347 w 422902"/>
                  <a:gd name="connsiteY14" fmla="*/ 139844 h 345514"/>
                  <a:gd name="connsiteX15" fmla="*/ 383866 w 422902"/>
                  <a:gd name="connsiteY15" fmla="*/ 140658 h 345514"/>
                  <a:gd name="connsiteX16" fmla="*/ 372664 w 422902"/>
                  <a:gd name="connsiteY16" fmla="*/ 143652 h 345514"/>
                  <a:gd name="connsiteX17" fmla="*/ 302143 w 422902"/>
                  <a:gd name="connsiteY17" fmla="*/ 247945 h 345514"/>
                  <a:gd name="connsiteX18" fmla="*/ 266688 w 422902"/>
                  <a:gd name="connsiteY18" fmla="*/ 276431 h 345514"/>
                  <a:gd name="connsiteX19" fmla="*/ 254525 w 422902"/>
                  <a:gd name="connsiteY19" fmla="*/ 274638 h 345514"/>
                  <a:gd name="connsiteX20" fmla="*/ 256318 w 422902"/>
                  <a:gd name="connsiteY20" fmla="*/ 262475 h 345514"/>
                  <a:gd name="connsiteX21" fmla="*/ 256651 w 422902"/>
                  <a:gd name="connsiteY21" fmla="*/ 262253 h 345514"/>
                  <a:gd name="connsiteX22" fmla="*/ 290479 w 422902"/>
                  <a:gd name="connsiteY22" fmla="*/ 235080 h 345514"/>
                  <a:gd name="connsiteX23" fmla="*/ 302735 w 422902"/>
                  <a:gd name="connsiteY23" fmla="*/ 235875 h 345514"/>
                  <a:gd name="connsiteX24" fmla="*/ 303603 w 422902"/>
                  <a:gd name="connsiteY24" fmla="*/ 246171 h 345514"/>
                  <a:gd name="connsiteX25" fmla="*/ 302143 w 422902"/>
                  <a:gd name="connsiteY25" fmla="*/ 247945 h 345514"/>
                  <a:gd name="connsiteX26" fmla="*/ 404939 w 422902"/>
                  <a:gd name="connsiteY26" fmla="*/ 60986 h 345514"/>
                  <a:gd name="connsiteX27" fmla="*/ 398432 w 422902"/>
                  <a:gd name="connsiteY27" fmla="*/ 50561 h 345514"/>
                  <a:gd name="connsiteX28" fmla="*/ 405568 w 422902"/>
                  <a:gd name="connsiteY28" fmla="*/ 7768 h 345514"/>
                  <a:gd name="connsiteX29" fmla="*/ 415143 w 422902"/>
                  <a:gd name="connsiteY29" fmla="*/ 50 h 345514"/>
                  <a:gd name="connsiteX30" fmla="*/ 422851 w 422902"/>
                  <a:gd name="connsiteY30" fmla="*/ 9616 h 345514"/>
                  <a:gd name="connsiteX31" fmla="*/ 415457 w 422902"/>
                  <a:gd name="connsiteY31" fmla="*/ 54498 h 345514"/>
                  <a:gd name="connsiteX32" fmla="*/ 414274 w 422902"/>
                  <a:gd name="connsiteY32" fmla="*/ 57289 h 345514"/>
                  <a:gd name="connsiteX33" fmla="*/ 404939 w 422902"/>
                  <a:gd name="connsiteY33" fmla="*/ 60986 h 345514"/>
                  <a:gd name="connsiteX34" fmla="*/ 228073 w 422902"/>
                  <a:gd name="connsiteY34" fmla="*/ 300388 h 345514"/>
                  <a:gd name="connsiteX35" fmla="*/ 186814 w 422902"/>
                  <a:gd name="connsiteY35" fmla="*/ 319520 h 345514"/>
                  <a:gd name="connsiteX36" fmla="*/ 175556 w 422902"/>
                  <a:gd name="connsiteY36" fmla="*/ 314585 h 345514"/>
                  <a:gd name="connsiteX37" fmla="*/ 180474 w 422902"/>
                  <a:gd name="connsiteY37" fmla="*/ 303327 h 345514"/>
                  <a:gd name="connsiteX38" fmla="*/ 219810 w 422902"/>
                  <a:gd name="connsiteY38" fmla="*/ 285101 h 345514"/>
                  <a:gd name="connsiteX39" fmla="*/ 231585 w 422902"/>
                  <a:gd name="connsiteY39" fmla="*/ 288631 h 345514"/>
                  <a:gd name="connsiteX40" fmla="*/ 231215 w 422902"/>
                  <a:gd name="connsiteY40" fmla="*/ 297486 h 345514"/>
                  <a:gd name="connsiteX41" fmla="*/ 228073 w 422902"/>
                  <a:gd name="connsiteY41" fmla="*/ 300388 h 345514"/>
                  <a:gd name="connsiteX42" fmla="*/ 143540 w 422902"/>
                  <a:gd name="connsiteY42" fmla="*/ 333532 h 345514"/>
                  <a:gd name="connsiteX43" fmla="*/ 98899 w 422902"/>
                  <a:gd name="connsiteY43" fmla="*/ 342238 h 345514"/>
                  <a:gd name="connsiteX44" fmla="*/ 89138 w 422902"/>
                  <a:gd name="connsiteY44" fmla="*/ 334752 h 345514"/>
                  <a:gd name="connsiteX45" fmla="*/ 96625 w 422902"/>
                  <a:gd name="connsiteY45" fmla="*/ 325010 h 345514"/>
                  <a:gd name="connsiteX46" fmla="*/ 139141 w 422902"/>
                  <a:gd name="connsiteY46" fmla="*/ 316692 h 345514"/>
                  <a:gd name="connsiteX47" fmla="*/ 149714 w 422902"/>
                  <a:gd name="connsiteY47" fmla="*/ 322940 h 345514"/>
                  <a:gd name="connsiteX48" fmla="*/ 143466 w 422902"/>
                  <a:gd name="connsiteY48" fmla="*/ 333532 h 345514"/>
                  <a:gd name="connsiteX49" fmla="*/ 53518 w 422902"/>
                  <a:gd name="connsiteY49" fmla="*/ 345492 h 345514"/>
                  <a:gd name="connsiteX50" fmla="*/ 8081 w 422902"/>
                  <a:gd name="connsiteY50" fmla="*/ 343218 h 345514"/>
                  <a:gd name="connsiteX51" fmla="*/ 21 w 422902"/>
                  <a:gd name="connsiteY51" fmla="*/ 333957 h 345514"/>
                  <a:gd name="connsiteX52" fmla="*/ 9282 w 422902"/>
                  <a:gd name="connsiteY52" fmla="*/ 325879 h 345514"/>
                  <a:gd name="connsiteX53" fmla="*/ 9929 w 422902"/>
                  <a:gd name="connsiteY53" fmla="*/ 325953 h 345514"/>
                  <a:gd name="connsiteX54" fmla="*/ 53259 w 422902"/>
                  <a:gd name="connsiteY54" fmla="*/ 328116 h 345514"/>
                  <a:gd name="connsiteX55" fmla="*/ 62058 w 422902"/>
                  <a:gd name="connsiteY55" fmla="*/ 336693 h 345514"/>
                  <a:gd name="connsiteX56" fmla="*/ 62058 w 422902"/>
                  <a:gd name="connsiteY56" fmla="*/ 336693 h 345514"/>
                  <a:gd name="connsiteX57" fmla="*/ 60653 w 422902"/>
                  <a:gd name="connsiteY57" fmla="*/ 341517 h 345514"/>
                  <a:gd name="connsiteX58" fmla="*/ 53518 w 422902"/>
                  <a:gd name="connsiteY58" fmla="*/ 345510 h 345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22902" h="345514">
                    <a:moveTo>
                      <a:pt x="361388" y="179107"/>
                    </a:moveTo>
                    <a:cubicBezTo>
                      <a:pt x="352940" y="191714"/>
                      <a:pt x="343772" y="203803"/>
                      <a:pt x="333882" y="215319"/>
                    </a:cubicBezTo>
                    <a:cubicBezTo>
                      <a:pt x="330758" y="218961"/>
                      <a:pt x="325268" y="219367"/>
                      <a:pt x="321626" y="216243"/>
                    </a:cubicBezTo>
                    <a:cubicBezTo>
                      <a:pt x="317985" y="213119"/>
                      <a:pt x="317578" y="207629"/>
                      <a:pt x="320702" y="203988"/>
                    </a:cubicBezTo>
                    <a:cubicBezTo>
                      <a:pt x="330130" y="193026"/>
                      <a:pt x="338891" y="181491"/>
                      <a:pt x="346933" y="169457"/>
                    </a:cubicBezTo>
                    <a:cubicBezTo>
                      <a:pt x="349613" y="165483"/>
                      <a:pt x="355011" y="164429"/>
                      <a:pt x="358985" y="167091"/>
                    </a:cubicBezTo>
                    <a:cubicBezTo>
                      <a:pt x="362922" y="169735"/>
                      <a:pt x="364013" y="175040"/>
                      <a:pt x="361444" y="179014"/>
                    </a:cubicBezTo>
                    <a:close/>
                    <a:moveTo>
                      <a:pt x="372664" y="143652"/>
                    </a:moveTo>
                    <a:cubicBezTo>
                      <a:pt x="368394" y="141489"/>
                      <a:pt x="366693" y="136277"/>
                      <a:pt x="368856" y="132006"/>
                    </a:cubicBezTo>
                    <a:cubicBezTo>
                      <a:pt x="368856" y="131988"/>
                      <a:pt x="368856" y="131988"/>
                      <a:pt x="368856" y="131988"/>
                    </a:cubicBezTo>
                    <a:cubicBezTo>
                      <a:pt x="375400" y="119067"/>
                      <a:pt x="381167" y="105776"/>
                      <a:pt x="386121" y="92171"/>
                    </a:cubicBezTo>
                    <a:cubicBezTo>
                      <a:pt x="387619" y="87605"/>
                      <a:pt x="392535" y="85128"/>
                      <a:pt x="397083" y="86625"/>
                    </a:cubicBezTo>
                    <a:cubicBezTo>
                      <a:pt x="401649" y="88123"/>
                      <a:pt x="404126" y="93040"/>
                      <a:pt x="402629" y="97587"/>
                    </a:cubicBezTo>
                    <a:cubicBezTo>
                      <a:pt x="402573" y="97772"/>
                      <a:pt x="402518" y="97938"/>
                      <a:pt x="402444" y="98105"/>
                    </a:cubicBezTo>
                    <a:cubicBezTo>
                      <a:pt x="397249" y="112375"/>
                      <a:pt x="391205" y="126313"/>
                      <a:pt x="384347" y="139844"/>
                    </a:cubicBezTo>
                    <a:cubicBezTo>
                      <a:pt x="384199" y="140121"/>
                      <a:pt x="384051" y="140399"/>
                      <a:pt x="383866" y="140658"/>
                    </a:cubicBezTo>
                    <a:cubicBezTo>
                      <a:pt x="381444" y="144373"/>
                      <a:pt x="376620" y="145648"/>
                      <a:pt x="372664" y="143652"/>
                    </a:cubicBezTo>
                    <a:close/>
                    <a:moveTo>
                      <a:pt x="302143" y="247945"/>
                    </a:moveTo>
                    <a:cubicBezTo>
                      <a:pt x="290923" y="258149"/>
                      <a:pt x="279073" y="267669"/>
                      <a:pt x="266688" y="276431"/>
                    </a:cubicBezTo>
                    <a:cubicBezTo>
                      <a:pt x="262844" y="279296"/>
                      <a:pt x="257390" y="278483"/>
                      <a:pt x="254525" y="274638"/>
                    </a:cubicBezTo>
                    <a:cubicBezTo>
                      <a:pt x="251679" y="270793"/>
                      <a:pt x="252473" y="265340"/>
                      <a:pt x="256318" y="262475"/>
                    </a:cubicBezTo>
                    <a:cubicBezTo>
                      <a:pt x="256429" y="262401"/>
                      <a:pt x="256540" y="262327"/>
                      <a:pt x="256651" y="262253"/>
                    </a:cubicBezTo>
                    <a:cubicBezTo>
                      <a:pt x="268463" y="253879"/>
                      <a:pt x="279757" y="244803"/>
                      <a:pt x="290479" y="235080"/>
                    </a:cubicBezTo>
                    <a:cubicBezTo>
                      <a:pt x="294083" y="231919"/>
                      <a:pt x="299574" y="232270"/>
                      <a:pt x="302735" y="235875"/>
                    </a:cubicBezTo>
                    <a:cubicBezTo>
                      <a:pt x="305249" y="238758"/>
                      <a:pt x="305600" y="242917"/>
                      <a:pt x="303603" y="246171"/>
                    </a:cubicBezTo>
                    <a:cubicBezTo>
                      <a:pt x="303197" y="246818"/>
                      <a:pt x="302698" y="247428"/>
                      <a:pt x="302143" y="247945"/>
                    </a:cubicBezTo>
                    <a:close/>
                    <a:moveTo>
                      <a:pt x="404939" y="60986"/>
                    </a:moveTo>
                    <a:cubicBezTo>
                      <a:pt x="400262" y="59896"/>
                      <a:pt x="397360" y="55236"/>
                      <a:pt x="398432" y="50561"/>
                    </a:cubicBezTo>
                    <a:cubicBezTo>
                      <a:pt x="401686" y="36455"/>
                      <a:pt x="404052" y="22164"/>
                      <a:pt x="405568" y="7768"/>
                    </a:cubicBezTo>
                    <a:cubicBezTo>
                      <a:pt x="406085" y="2995"/>
                      <a:pt x="410355" y="-460"/>
                      <a:pt x="415143" y="50"/>
                    </a:cubicBezTo>
                    <a:cubicBezTo>
                      <a:pt x="419912" y="560"/>
                      <a:pt x="423369" y="4843"/>
                      <a:pt x="422851" y="9616"/>
                    </a:cubicBezTo>
                    <a:cubicBezTo>
                      <a:pt x="421299" y="24713"/>
                      <a:pt x="418840" y="39703"/>
                      <a:pt x="415457" y="54498"/>
                    </a:cubicBezTo>
                    <a:cubicBezTo>
                      <a:pt x="415217" y="55489"/>
                      <a:pt x="414829" y="56439"/>
                      <a:pt x="414274" y="57289"/>
                    </a:cubicBezTo>
                    <a:cubicBezTo>
                      <a:pt x="412259" y="60376"/>
                      <a:pt x="408525" y="61855"/>
                      <a:pt x="404939" y="60986"/>
                    </a:cubicBezTo>
                    <a:close/>
                    <a:moveTo>
                      <a:pt x="228073" y="300388"/>
                    </a:moveTo>
                    <a:cubicBezTo>
                      <a:pt x="214708" y="307579"/>
                      <a:pt x="200937" y="313975"/>
                      <a:pt x="186814" y="319520"/>
                    </a:cubicBezTo>
                    <a:cubicBezTo>
                      <a:pt x="182341" y="321276"/>
                      <a:pt x="177294" y="319058"/>
                      <a:pt x="175556" y="314585"/>
                    </a:cubicBezTo>
                    <a:cubicBezTo>
                      <a:pt x="173800" y="310130"/>
                      <a:pt x="176000" y="305083"/>
                      <a:pt x="180474" y="303327"/>
                    </a:cubicBezTo>
                    <a:cubicBezTo>
                      <a:pt x="193949" y="298059"/>
                      <a:pt x="207074" y="291959"/>
                      <a:pt x="219810" y="285101"/>
                    </a:cubicBezTo>
                    <a:cubicBezTo>
                      <a:pt x="224043" y="282827"/>
                      <a:pt x="229312" y="284398"/>
                      <a:pt x="231585" y="288631"/>
                    </a:cubicBezTo>
                    <a:cubicBezTo>
                      <a:pt x="233082" y="291423"/>
                      <a:pt x="232953" y="294824"/>
                      <a:pt x="231215" y="297486"/>
                    </a:cubicBezTo>
                    <a:cubicBezTo>
                      <a:pt x="230421" y="298687"/>
                      <a:pt x="229349" y="299685"/>
                      <a:pt x="228073" y="300388"/>
                    </a:cubicBezTo>
                    <a:close/>
                    <a:moveTo>
                      <a:pt x="143540" y="333532"/>
                    </a:moveTo>
                    <a:cubicBezTo>
                      <a:pt x="128845" y="337321"/>
                      <a:pt x="113945" y="340223"/>
                      <a:pt x="98899" y="342238"/>
                    </a:cubicBezTo>
                    <a:cubicBezTo>
                      <a:pt x="94148" y="342867"/>
                      <a:pt x="89767" y="339521"/>
                      <a:pt x="89138" y="334752"/>
                    </a:cubicBezTo>
                    <a:cubicBezTo>
                      <a:pt x="88528" y="330001"/>
                      <a:pt x="91874" y="325639"/>
                      <a:pt x="96625" y="325010"/>
                    </a:cubicBezTo>
                    <a:cubicBezTo>
                      <a:pt x="110951" y="323088"/>
                      <a:pt x="125148" y="320315"/>
                      <a:pt x="139141" y="316692"/>
                    </a:cubicBezTo>
                    <a:cubicBezTo>
                      <a:pt x="143799" y="315490"/>
                      <a:pt x="148531" y="318300"/>
                      <a:pt x="149714" y="322940"/>
                    </a:cubicBezTo>
                    <a:cubicBezTo>
                      <a:pt x="150916" y="327598"/>
                      <a:pt x="148125" y="332330"/>
                      <a:pt x="143466" y="333532"/>
                    </a:cubicBezTo>
                    <a:close/>
                    <a:moveTo>
                      <a:pt x="53518" y="345492"/>
                    </a:moveTo>
                    <a:cubicBezTo>
                      <a:pt x="38341" y="345658"/>
                      <a:pt x="23165" y="344900"/>
                      <a:pt x="8081" y="343218"/>
                    </a:cubicBezTo>
                    <a:cubicBezTo>
                      <a:pt x="3293" y="342885"/>
                      <a:pt x="-312" y="338745"/>
                      <a:pt x="21" y="333957"/>
                    </a:cubicBezTo>
                    <a:cubicBezTo>
                      <a:pt x="354" y="329169"/>
                      <a:pt x="4495" y="325546"/>
                      <a:pt x="9282" y="325879"/>
                    </a:cubicBezTo>
                    <a:cubicBezTo>
                      <a:pt x="9504" y="325897"/>
                      <a:pt x="9708" y="325916"/>
                      <a:pt x="9929" y="325953"/>
                    </a:cubicBezTo>
                    <a:cubicBezTo>
                      <a:pt x="24311" y="327561"/>
                      <a:pt x="38785" y="328282"/>
                      <a:pt x="53259" y="328116"/>
                    </a:cubicBezTo>
                    <a:cubicBezTo>
                      <a:pt x="58065" y="328060"/>
                      <a:pt x="62002" y="331887"/>
                      <a:pt x="62058" y="336693"/>
                    </a:cubicBezTo>
                    <a:cubicBezTo>
                      <a:pt x="62058" y="336693"/>
                      <a:pt x="62058" y="336693"/>
                      <a:pt x="62058" y="336693"/>
                    </a:cubicBezTo>
                    <a:cubicBezTo>
                      <a:pt x="62076" y="338412"/>
                      <a:pt x="61596" y="340094"/>
                      <a:pt x="60653" y="341517"/>
                    </a:cubicBezTo>
                    <a:cubicBezTo>
                      <a:pt x="59081" y="343958"/>
                      <a:pt x="56420" y="345455"/>
                      <a:pt x="53518" y="345510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4803E34-EDE7-F933-52FA-BDB2C2D71726}"/>
                  </a:ext>
                </a:extLst>
              </p:cNvPr>
              <p:cNvSpPr/>
              <p:nvPr/>
            </p:nvSpPr>
            <p:spPr>
              <a:xfrm>
                <a:off x="5199416" y="1725925"/>
                <a:ext cx="18408" cy="38888"/>
              </a:xfrm>
              <a:custGeom>
                <a:avLst/>
                <a:gdLst>
                  <a:gd name="connsiteX0" fmla="*/ 17004 w 18408"/>
                  <a:gd name="connsiteY0" fmla="*/ 34935 h 38888"/>
                  <a:gd name="connsiteX1" fmla="*/ 18408 w 18408"/>
                  <a:gd name="connsiteY1" fmla="*/ 30037 h 38888"/>
                  <a:gd name="connsiteX2" fmla="*/ 17336 w 18408"/>
                  <a:gd name="connsiteY2" fmla="*/ 7854 h 38888"/>
                  <a:gd name="connsiteX3" fmla="*/ 7853 w 18408"/>
                  <a:gd name="connsiteY3" fmla="*/ 41 h 38888"/>
                  <a:gd name="connsiteX4" fmla="*/ 16 w 18408"/>
                  <a:gd name="connsiteY4" fmla="*/ 9204 h 38888"/>
                  <a:gd name="connsiteX5" fmla="*/ 1032 w 18408"/>
                  <a:gd name="connsiteY5" fmla="*/ 30369 h 38888"/>
                  <a:gd name="connsiteX6" fmla="*/ 9887 w 18408"/>
                  <a:gd name="connsiteY6" fmla="*/ 38887 h 38888"/>
                  <a:gd name="connsiteX7" fmla="*/ 17004 w 18408"/>
                  <a:gd name="connsiteY7" fmla="*/ 34935 h 38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408" h="38888">
                    <a:moveTo>
                      <a:pt x="17004" y="34935"/>
                    </a:moveTo>
                    <a:cubicBezTo>
                      <a:pt x="17946" y="33475"/>
                      <a:pt x="18427" y="31772"/>
                      <a:pt x="18408" y="30037"/>
                    </a:cubicBezTo>
                    <a:cubicBezTo>
                      <a:pt x="18260" y="22643"/>
                      <a:pt x="17909" y="15248"/>
                      <a:pt x="17336" y="7854"/>
                    </a:cubicBezTo>
                    <a:cubicBezTo>
                      <a:pt x="16874" y="3078"/>
                      <a:pt x="12623" y="-420"/>
                      <a:pt x="7853" y="41"/>
                    </a:cubicBezTo>
                    <a:cubicBezTo>
                      <a:pt x="3195" y="490"/>
                      <a:pt x="-262" y="4538"/>
                      <a:pt x="16" y="9204"/>
                    </a:cubicBezTo>
                    <a:cubicBezTo>
                      <a:pt x="552" y="16154"/>
                      <a:pt x="903" y="23271"/>
                      <a:pt x="1032" y="30369"/>
                    </a:cubicBezTo>
                    <a:cubicBezTo>
                      <a:pt x="1125" y="35166"/>
                      <a:pt x="5080" y="38980"/>
                      <a:pt x="9887" y="38887"/>
                    </a:cubicBezTo>
                    <a:cubicBezTo>
                      <a:pt x="12770" y="38832"/>
                      <a:pt x="15432" y="37351"/>
                      <a:pt x="17004" y="34935"/>
                    </a:cubicBezTo>
                    <a:close/>
                  </a:path>
                </a:pathLst>
              </a:custGeom>
              <a:solidFill>
                <a:srgbClr val="659287"/>
              </a:solidFill>
              <a:ln w="1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CBAC0F5-2E24-E2CB-5CEC-EE4B7F9CCDAC}"/>
                </a:ext>
              </a:extLst>
            </p:cNvPr>
            <p:cNvSpPr/>
            <p:nvPr/>
          </p:nvSpPr>
          <p:spPr>
            <a:xfrm>
              <a:off x="4561705" y="1482721"/>
              <a:ext cx="556915" cy="557049"/>
            </a:xfrm>
            <a:custGeom>
              <a:avLst/>
              <a:gdLst>
                <a:gd name="connsiteX0" fmla="*/ 537093 w 556915"/>
                <a:gd name="connsiteY0" fmla="*/ 161904 h 557049"/>
                <a:gd name="connsiteX1" fmla="*/ 533008 w 556915"/>
                <a:gd name="connsiteY1" fmla="*/ 158854 h 557049"/>
                <a:gd name="connsiteX2" fmla="*/ 479493 w 556915"/>
                <a:gd name="connsiteY2" fmla="*/ 157671 h 557049"/>
                <a:gd name="connsiteX3" fmla="*/ 430729 w 556915"/>
                <a:gd name="connsiteY3" fmla="*/ 100016 h 557049"/>
                <a:gd name="connsiteX4" fmla="*/ 438364 w 556915"/>
                <a:gd name="connsiteY4" fmla="*/ 47056 h 557049"/>
                <a:gd name="connsiteX5" fmla="*/ 436035 w 556915"/>
                <a:gd name="connsiteY5" fmla="*/ 42527 h 557049"/>
                <a:gd name="connsiteX6" fmla="*/ 378971 w 556915"/>
                <a:gd name="connsiteY6" fmla="*/ 13135 h 557049"/>
                <a:gd name="connsiteX7" fmla="*/ 373925 w 556915"/>
                <a:gd name="connsiteY7" fmla="*/ 13875 h 557049"/>
                <a:gd name="connsiteX8" fmla="*/ 335272 w 556915"/>
                <a:gd name="connsiteY8" fmla="*/ 50845 h 557049"/>
                <a:gd name="connsiteX9" fmla="*/ 259982 w 556915"/>
                <a:gd name="connsiteY9" fmla="*/ 44634 h 557049"/>
                <a:gd name="connsiteX10" fmla="*/ 227929 w 556915"/>
                <a:gd name="connsiteY10" fmla="*/ 1767 h 557049"/>
                <a:gd name="connsiteX11" fmla="*/ 223049 w 556915"/>
                <a:gd name="connsiteY11" fmla="*/ 214 h 557049"/>
                <a:gd name="connsiteX12" fmla="*/ 161918 w 556915"/>
                <a:gd name="connsiteY12" fmla="*/ 19809 h 557049"/>
                <a:gd name="connsiteX13" fmla="*/ 158850 w 556915"/>
                <a:gd name="connsiteY13" fmla="*/ 23894 h 557049"/>
                <a:gd name="connsiteX14" fmla="*/ 157685 w 556915"/>
                <a:gd name="connsiteY14" fmla="*/ 77501 h 557049"/>
                <a:gd name="connsiteX15" fmla="*/ 100011 w 556915"/>
                <a:gd name="connsiteY15" fmla="*/ 126320 h 557049"/>
                <a:gd name="connsiteX16" fmla="*/ 47070 w 556915"/>
                <a:gd name="connsiteY16" fmla="*/ 118686 h 557049"/>
                <a:gd name="connsiteX17" fmla="*/ 42522 w 556915"/>
                <a:gd name="connsiteY17" fmla="*/ 121015 h 557049"/>
                <a:gd name="connsiteX18" fmla="*/ 13149 w 556915"/>
                <a:gd name="connsiteY18" fmla="*/ 178116 h 557049"/>
                <a:gd name="connsiteX19" fmla="*/ 13870 w 556915"/>
                <a:gd name="connsiteY19" fmla="*/ 183162 h 557049"/>
                <a:gd name="connsiteX20" fmla="*/ 50841 w 556915"/>
                <a:gd name="connsiteY20" fmla="*/ 221815 h 557049"/>
                <a:gd name="connsiteX21" fmla="*/ 44648 w 556915"/>
                <a:gd name="connsiteY21" fmla="*/ 297105 h 557049"/>
                <a:gd name="connsiteX22" fmla="*/ 1762 w 556915"/>
                <a:gd name="connsiteY22" fmla="*/ 329158 h 557049"/>
                <a:gd name="connsiteX23" fmla="*/ 210 w 556915"/>
                <a:gd name="connsiteY23" fmla="*/ 334038 h 557049"/>
                <a:gd name="connsiteX24" fmla="*/ 19804 w 556915"/>
                <a:gd name="connsiteY24" fmla="*/ 395187 h 557049"/>
                <a:gd name="connsiteX25" fmla="*/ 23908 w 556915"/>
                <a:gd name="connsiteY25" fmla="*/ 398237 h 557049"/>
                <a:gd name="connsiteX26" fmla="*/ 77422 w 556915"/>
                <a:gd name="connsiteY26" fmla="*/ 399402 h 557049"/>
                <a:gd name="connsiteX27" fmla="*/ 126223 w 556915"/>
                <a:gd name="connsiteY27" fmla="*/ 457075 h 557049"/>
                <a:gd name="connsiteX28" fmla="*/ 118515 w 556915"/>
                <a:gd name="connsiteY28" fmla="*/ 509980 h 557049"/>
                <a:gd name="connsiteX29" fmla="*/ 120862 w 556915"/>
                <a:gd name="connsiteY29" fmla="*/ 514527 h 557049"/>
                <a:gd name="connsiteX30" fmla="*/ 177945 w 556915"/>
                <a:gd name="connsiteY30" fmla="*/ 543900 h 557049"/>
                <a:gd name="connsiteX31" fmla="*/ 183010 w 556915"/>
                <a:gd name="connsiteY31" fmla="*/ 543179 h 557049"/>
                <a:gd name="connsiteX32" fmla="*/ 221662 w 556915"/>
                <a:gd name="connsiteY32" fmla="*/ 506209 h 557049"/>
                <a:gd name="connsiteX33" fmla="*/ 296952 w 556915"/>
                <a:gd name="connsiteY33" fmla="*/ 512420 h 557049"/>
                <a:gd name="connsiteX34" fmla="*/ 329005 w 556915"/>
                <a:gd name="connsiteY34" fmla="*/ 555287 h 557049"/>
                <a:gd name="connsiteX35" fmla="*/ 333867 w 556915"/>
                <a:gd name="connsiteY35" fmla="*/ 556840 h 557049"/>
                <a:gd name="connsiteX36" fmla="*/ 395016 w 556915"/>
                <a:gd name="connsiteY36" fmla="*/ 537246 h 557049"/>
                <a:gd name="connsiteX37" fmla="*/ 398085 w 556915"/>
                <a:gd name="connsiteY37" fmla="*/ 533142 h 557049"/>
                <a:gd name="connsiteX38" fmla="*/ 399249 w 556915"/>
                <a:gd name="connsiteY38" fmla="*/ 479535 h 557049"/>
                <a:gd name="connsiteX39" fmla="*/ 456923 w 556915"/>
                <a:gd name="connsiteY39" fmla="*/ 430734 h 557049"/>
                <a:gd name="connsiteX40" fmla="*/ 509865 w 556915"/>
                <a:gd name="connsiteY40" fmla="*/ 438369 h 557049"/>
                <a:gd name="connsiteX41" fmla="*/ 514393 w 556915"/>
                <a:gd name="connsiteY41" fmla="*/ 436021 h 557049"/>
                <a:gd name="connsiteX42" fmla="*/ 543785 w 556915"/>
                <a:gd name="connsiteY42" fmla="*/ 378939 h 557049"/>
                <a:gd name="connsiteX43" fmla="*/ 543045 w 556915"/>
                <a:gd name="connsiteY43" fmla="*/ 373874 h 557049"/>
                <a:gd name="connsiteX44" fmla="*/ 506075 w 556915"/>
                <a:gd name="connsiteY44" fmla="*/ 335221 h 557049"/>
                <a:gd name="connsiteX45" fmla="*/ 512286 w 556915"/>
                <a:gd name="connsiteY45" fmla="*/ 259931 h 557049"/>
                <a:gd name="connsiteX46" fmla="*/ 555153 w 556915"/>
                <a:gd name="connsiteY46" fmla="*/ 227878 h 557049"/>
                <a:gd name="connsiteX47" fmla="*/ 556706 w 556915"/>
                <a:gd name="connsiteY47" fmla="*/ 223016 h 55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56915" h="557049">
                  <a:moveTo>
                    <a:pt x="537093" y="161904"/>
                  </a:moveTo>
                  <a:cubicBezTo>
                    <a:pt x="536520" y="160115"/>
                    <a:pt x="534875" y="158887"/>
                    <a:pt x="533008" y="158854"/>
                  </a:cubicBezTo>
                  <a:lnTo>
                    <a:pt x="479493" y="157671"/>
                  </a:lnTo>
                  <a:cubicBezTo>
                    <a:pt x="466480" y="135929"/>
                    <a:pt x="450010" y="116457"/>
                    <a:pt x="430729" y="100016"/>
                  </a:cubicBezTo>
                  <a:lnTo>
                    <a:pt x="438364" y="47056"/>
                  </a:lnTo>
                  <a:cubicBezTo>
                    <a:pt x="438641" y="45204"/>
                    <a:pt x="437698" y="43379"/>
                    <a:pt x="436035" y="42527"/>
                  </a:cubicBezTo>
                  <a:lnTo>
                    <a:pt x="378971" y="13135"/>
                  </a:lnTo>
                  <a:cubicBezTo>
                    <a:pt x="377307" y="12281"/>
                    <a:pt x="375274" y="12579"/>
                    <a:pt x="373925" y="13875"/>
                  </a:cubicBezTo>
                  <a:lnTo>
                    <a:pt x="335272" y="50845"/>
                  </a:lnTo>
                  <a:cubicBezTo>
                    <a:pt x="310687" y="44695"/>
                    <a:pt x="285251" y="42597"/>
                    <a:pt x="259982" y="44634"/>
                  </a:cubicBezTo>
                  <a:lnTo>
                    <a:pt x="227929" y="1767"/>
                  </a:lnTo>
                  <a:cubicBezTo>
                    <a:pt x="226801" y="259"/>
                    <a:pt x="224842" y="-366"/>
                    <a:pt x="223049" y="214"/>
                  </a:cubicBezTo>
                  <a:lnTo>
                    <a:pt x="161918" y="19809"/>
                  </a:lnTo>
                  <a:cubicBezTo>
                    <a:pt x="160125" y="20371"/>
                    <a:pt x="158886" y="22016"/>
                    <a:pt x="158850" y="23894"/>
                  </a:cubicBezTo>
                  <a:lnTo>
                    <a:pt x="157685" y="77501"/>
                  </a:lnTo>
                  <a:cubicBezTo>
                    <a:pt x="135946" y="90535"/>
                    <a:pt x="116463" y="107024"/>
                    <a:pt x="100011" y="126320"/>
                  </a:cubicBezTo>
                  <a:lnTo>
                    <a:pt x="47070" y="118686"/>
                  </a:lnTo>
                  <a:cubicBezTo>
                    <a:pt x="45221" y="118412"/>
                    <a:pt x="43391" y="119348"/>
                    <a:pt x="42522" y="121015"/>
                  </a:cubicBezTo>
                  <a:lnTo>
                    <a:pt x="13149" y="178116"/>
                  </a:lnTo>
                  <a:cubicBezTo>
                    <a:pt x="12281" y="179779"/>
                    <a:pt x="12576" y="181807"/>
                    <a:pt x="13870" y="183162"/>
                  </a:cubicBezTo>
                  <a:lnTo>
                    <a:pt x="50841" y="221815"/>
                  </a:lnTo>
                  <a:cubicBezTo>
                    <a:pt x="44685" y="246406"/>
                    <a:pt x="42596" y="271837"/>
                    <a:pt x="44648" y="297105"/>
                  </a:cubicBezTo>
                  <a:lnTo>
                    <a:pt x="1762" y="329158"/>
                  </a:lnTo>
                  <a:cubicBezTo>
                    <a:pt x="265" y="330291"/>
                    <a:pt x="-363" y="332247"/>
                    <a:pt x="210" y="334038"/>
                  </a:cubicBezTo>
                  <a:lnTo>
                    <a:pt x="19804" y="395187"/>
                  </a:lnTo>
                  <a:cubicBezTo>
                    <a:pt x="20396" y="396962"/>
                    <a:pt x="22041" y="398182"/>
                    <a:pt x="23908" y="398237"/>
                  </a:cubicBezTo>
                  <a:lnTo>
                    <a:pt x="77422" y="399402"/>
                  </a:lnTo>
                  <a:cubicBezTo>
                    <a:pt x="90454" y="421140"/>
                    <a:pt x="106925" y="440624"/>
                    <a:pt x="126223" y="457075"/>
                  </a:cubicBezTo>
                  <a:lnTo>
                    <a:pt x="118515" y="509980"/>
                  </a:lnTo>
                  <a:cubicBezTo>
                    <a:pt x="118256" y="511847"/>
                    <a:pt x="119199" y="513659"/>
                    <a:pt x="120862" y="514527"/>
                  </a:cubicBezTo>
                  <a:lnTo>
                    <a:pt x="177945" y="543900"/>
                  </a:lnTo>
                  <a:cubicBezTo>
                    <a:pt x="179608" y="544769"/>
                    <a:pt x="181642" y="544473"/>
                    <a:pt x="183010" y="543179"/>
                  </a:cubicBezTo>
                  <a:lnTo>
                    <a:pt x="221662" y="506209"/>
                  </a:lnTo>
                  <a:cubicBezTo>
                    <a:pt x="246247" y="512365"/>
                    <a:pt x="271683" y="514454"/>
                    <a:pt x="296952" y="512420"/>
                  </a:cubicBezTo>
                  <a:lnTo>
                    <a:pt x="329005" y="555287"/>
                  </a:lnTo>
                  <a:cubicBezTo>
                    <a:pt x="330133" y="556784"/>
                    <a:pt x="332074" y="557413"/>
                    <a:pt x="333867" y="556840"/>
                  </a:cubicBezTo>
                  <a:lnTo>
                    <a:pt x="395016" y="537246"/>
                  </a:lnTo>
                  <a:cubicBezTo>
                    <a:pt x="396809" y="536673"/>
                    <a:pt x="398029" y="535028"/>
                    <a:pt x="398085" y="533142"/>
                  </a:cubicBezTo>
                  <a:lnTo>
                    <a:pt x="399249" y="479535"/>
                  </a:lnTo>
                  <a:cubicBezTo>
                    <a:pt x="420988" y="466503"/>
                    <a:pt x="440471" y="450033"/>
                    <a:pt x="456923" y="430734"/>
                  </a:cubicBezTo>
                  <a:lnTo>
                    <a:pt x="509865" y="438369"/>
                  </a:lnTo>
                  <a:cubicBezTo>
                    <a:pt x="511713" y="438627"/>
                    <a:pt x="513525" y="437685"/>
                    <a:pt x="514393" y="436021"/>
                  </a:cubicBezTo>
                  <a:lnTo>
                    <a:pt x="543785" y="378939"/>
                  </a:lnTo>
                  <a:cubicBezTo>
                    <a:pt x="544635" y="377257"/>
                    <a:pt x="544339" y="375242"/>
                    <a:pt x="543045" y="373874"/>
                  </a:cubicBezTo>
                  <a:lnTo>
                    <a:pt x="506075" y="335221"/>
                  </a:lnTo>
                  <a:cubicBezTo>
                    <a:pt x="512231" y="310629"/>
                    <a:pt x="514319" y="285198"/>
                    <a:pt x="512286" y="259931"/>
                  </a:cubicBezTo>
                  <a:lnTo>
                    <a:pt x="555153" y="227878"/>
                  </a:lnTo>
                  <a:cubicBezTo>
                    <a:pt x="556650" y="226758"/>
                    <a:pt x="557279" y="224802"/>
                    <a:pt x="556706" y="223016"/>
                  </a:cubicBezTo>
                  <a:close/>
                </a:path>
              </a:pathLst>
            </a:custGeom>
            <a:solidFill>
              <a:srgbClr val="659287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E754D58-8B40-6CEE-26C9-4793B84882F6}"/>
                </a:ext>
              </a:extLst>
            </p:cNvPr>
            <p:cNvSpPr/>
            <p:nvPr/>
          </p:nvSpPr>
          <p:spPr>
            <a:xfrm>
              <a:off x="4774327" y="1695454"/>
              <a:ext cx="131501" cy="131505"/>
            </a:xfrm>
            <a:custGeom>
              <a:avLst/>
              <a:gdLst>
                <a:gd name="connsiteX0" fmla="*/ 115090 w 131501"/>
                <a:gd name="connsiteY0" fmla="*/ 109216 h 131505"/>
                <a:gd name="connsiteX1" fmla="*/ 22294 w 131501"/>
                <a:gd name="connsiteY1" fmla="*/ 115091 h 131505"/>
                <a:gd name="connsiteX2" fmla="*/ 16416 w 131501"/>
                <a:gd name="connsiteY2" fmla="*/ 22290 h 131505"/>
                <a:gd name="connsiteX3" fmla="*/ 109211 w 131501"/>
                <a:gd name="connsiteY3" fmla="*/ 16415 h 131505"/>
                <a:gd name="connsiteX4" fmla="*/ 120968 w 131501"/>
                <a:gd name="connsiteY4" fmla="*/ 101452 h 131505"/>
                <a:gd name="connsiteX5" fmla="*/ 115090 w 131501"/>
                <a:gd name="connsiteY5" fmla="*/ 109216 h 131505"/>
                <a:gd name="connsiteX6" fmla="*/ 33755 w 131501"/>
                <a:gd name="connsiteY6" fmla="*/ 102025 h 131505"/>
                <a:gd name="connsiteX7" fmla="*/ 101984 w 131501"/>
                <a:gd name="connsiteY7" fmla="*/ 97737 h 131505"/>
                <a:gd name="connsiteX8" fmla="*/ 101984 w 131501"/>
                <a:gd name="connsiteY8" fmla="*/ 97737 h 131505"/>
                <a:gd name="connsiteX9" fmla="*/ 95218 w 131501"/>
                <a:gd name="connsiteY9" fmla="*/ 29711 h 131505"/>
                <a:gd name="connsiteX10" fmla="*/ 29559 w 131501"/>
                <a:gd name="connsiteY10" fmla="*/ 33797 h 131505"/>
                <a:gd name="connsiteX11" fmla="*/ 25270 w 131501"/>
                <a:gd name="connsiteY11" fmla="*/ 39453 h 131505"/>
                <a:gd name="connsiteX12" fmla="*/ 33829 w 131501"/>
                <a:gd name="connsiteY12" fmla="*/ 102025 h 131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1501" h="131505">
                  <a:moveTo>
                    <a:pt x="115090" y="109216"/>
                  </a:moveTo>
                  <a:cubicBezTo>
                    <a:pt x="91077" y="136465"/>
                    <a:pt x="49541" y="139096"/>
                    <a:pt x="22294" y="115091"/>
                  </a:cubicBezTo>
                  <a:cubicBezTo>
                    <a:pt x="-4953" y="91088"/>
                    <a:pt x="-7596" y="49539"/>
                    <a:pt x="16416" y="22290"/>
                  </a:cubicBezTo>
                  <a:cubicBezTo>
                    <a:pt x="40410" y="-4959"/>
                    <a:pt x="81964" y="-7590"/>
                    <a:pt x="109211" y="16415"/>
                  </a:cubicBezTo>
                  <a:cubicBezTo>
                    <a:pt x="133649" y="37939"/>
                    <a:pt x="138640" y="74107"/>
                    <a:pt x="120968" y="101452"/>
                  </a:cubicBezTo>
                  <a:cubicBezTo>
                    <a:pt x="119193" y="104179"/>
                    <a:pt x="117234" y="106772"/>
                    <a:pt x="115090" y="109216"/>
                  </a:cubicBezTo>
                  <a:close/>
                  <a:moveTo>
                    <a:pt x="33755" y="102025"/>
                  </a:moveTo>
                  <a:cubicBezTo>
                    <a:pt x="53774" y="119673"/>
                    <a:pt x="84330" y="117753"/>
                    <a:pt x="101984" y="97737"/>
                  </a:cubicBezTo>
                  <a:lnTo>
                    <a:pt x="101984" y="97737"/>
                  </a:lnTo>
                  <a:cubicBezTo>
                    <a:pt x="118898" y="77083"/>
                    <a:pt x="115866" y="46627"/>
                    <a:pt x="95218" y="29711"/>
                  </a:cubicBezTo>
                  <a:cubicBezTo>
                    <a:pt x="75642" y="13676"/>
                    <a:pt x="47009" y="15458"/>
                    <a:pt x="29559" y="33797"/>
                  </a:cubicBezTo>
                  <a:cubicBezTo>
                    <a:pt x="27988" y="35577"/>
                    <a:pt x="26564" y="37468"/>
                    <a:pt x="25270" y="39453"/>
                  </a:cubicBezTo>
                  <a:cubicBezTo>
                    <a:pt x="12275" y="59559"/>
                    <a:pt x="15898" y="86149"/>
                    <a:pt x="33829" y="102025"/>
                  </a:cubicBezTo>
                  <a:close/>
                </a:path>
              </a:pathLst>
            </a:custGeom>
            <a:solidFill>
              <a:srgbClr val="FFFFFF">
                <a:alpha val="56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7E7F75A-C9DD-DADA-834D-1400EFC3ADD4}"/>
                </a:ext>
              </a:extLst>
            </p:cNvPr>
            <p:cNvSpPr/>
            <p:nvPr/>
          </p:nvSpPr>
          <p:spPr>
            <a:xfrm>
              <a:off x="4675176" y="1597679"/>
              <a:ext cx="322071" cy="327264"/>
            </a:xfrm>
            <a:custGeom>
              <a:avLst/>
              <a:gdLst>
                <a:gd name="connsiteX0" fmla="*/ 300752 w 322071"/>
                <a:gd name="connsiteY0" fmla="*/ 253112 h 327264"/>
                <a:gd name="connsiteX1" fmla="*/ 321289 w 322071"/>
                <a:gd name="connsiteY1" fmla="*/ 207694 h 327264"/>
                <a:gd name="connsiteX2" fmla="*/ 321677 w 322071"/>
                <a:gd name="connsiteY2" fmla="*/ 206252 h 327264"/>
                <a:gd name="connsiteX3" fmla="*/ 315984 w 322071"/>
                <a:gd name="connsiteY3" fmla="*/ 195368 h 327264"/>
                <a:gd name="connsiteX4" fmla="*/ 305096 w 322071"/>
                <a:gd name="connsiteY4" fmla="*/ 201071 h 327264"/>
                <a:gd name="connsiteX5" fmla="*/ 304911 w 322071"/>
                <a:gd name="connsiteY5" fmla="*/ 201742 h 327264"/>
                <a:gd name="connsiteX6" fmla="*/ 293653 w 322071"/>
                <a:gd name="connsiteY6" fmla="*/ 230763 h 327264"/>
                <a:gd name="connsiteX7" fmla="*/ 293653 w 322071"/>
                <a:gd name="connsiteY7" fmla="*/ 230763 h 327264"/>
                <a:gd name="connsiteX8" fmla="*/ 292859 w 322071"/>
                <a:gd name="connsiteY8" fmla="*/ 232279 h 327264"/>
                <a:gd name="connsiteX9" fmla="*/ 244927 w 322071"/>
                <a:gd name="connsiteY9" fmla="*/ 285479 h 327264"/>
                <a:gd name="connsiteX10" fmla="*/ 209509 w 322071"/>
                <a:gd name="connsiteY10" fmla="*/ 302708 h 327264"/>
                <a:gd name="connsiteX11" fmla="*/ 209195 w 322071"/>
                <a:gd name="connsiteY11" fmla="*/ 302708 h 327264"/>
                <a:gd name="connsiteX12" fmla="*/ 208252 w 322071"/>
                <a:gd name="connsiteY12" fmla="*/ 303022 h 327264"/>
                <a:gd name="connsiteX13" fmla="*/ 96694 w 322071"/>
                <a:gd name="connsiteY13" fmla="*/ 293779 h 327264"/>
                <a:gd name="connsiteX14" fmla="*/ 83754 w 322071"/>
                <a:gd name="connsiteY14" fmla="*/ 286237 h 327264"/>
                <a:gd name="connsiteX15" fmla="*/ 41127 w 322071"/>
                <a:gd name="connsiteY15" fmla="*/ 83841 h 327264"/>
                <a:gd name="connsiteX16" fmla="*/ 230619 w 322071"/>
                <a:gd name="connsiteY16" fmla="*/ 33711 h 327264"/>
                <a:gd name="connsiteX17" fmla="*/ 243559 w 322071"/>
                <a:gd name="connsiteY17" fmla="*/ 41105 h 327264"/>
                <a:gd name="connsiteX18" fmla="*/ 287923 w 322071"/>
                <a:gd name="connsiteY18" fmla="*/ 86431 h 327264"/>
                <a:gd name="connsiteX19" fmla="*/ 290567 w 322071"/>
                <a:gd name="connsiteY19" fmla="*/ 89130 h 327264"/>
                <a:gd name="connsiteX20" fmla="*/ 302582 w 322071"/>
                <a:gd name="connsiteY20" fmla="*/ 86647 h 327264"/>
                <a:gd name="connsiteX21" fmla="*/ 302674 w 322071"/>
                <a:gd name="connsiteY21" fmla="*/ 77281 h 327264"/>
                <a:gd name="connsiteX22" fmla="*/ 252968 w 322071"/>
                <a:gd name="connsiteY22" fmla="*/ 26539 h 327264"/>
                <a:gd name="connsiteX23" fmla="*/ 238586 w 322071"/>
                <a:gd name="connsiteY23" fmla="*/ 18202 h 327264"/>
                <a:gd name="connsiteX24" fmla="*/ 18187 w 322071"/>
                <a:gd name="connsiteY24" fmla="*/ 88727 h 327264"/>
                <a:gd name="connsiteX25" fmla="*/ 74271 w 322071"/>
                <a:gd name="connsiteY25" fmla="*/ 300730 h 327264"/>
                <a:gd name="connsiteX26" fmla="*/ 88838 w 322071"/>
                <a:gd name="connsiteY26" fmla="*/ 309178 h 327264"/>
                <a:gd name="connsiteX27" fmla="*/ 300752 w 322071"/>
                <a:gd name="connsiteY27" fmla="*/ 253112 h 32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22071" h="327264">
                  <a:moveTo>
                    <a:pt x="300752" y="253112"/>
                  </a:moveTo>
                  <a:cubicBezTo>
                    <a:pt x="309865" y="239106"/>
                    <a:pt x="316797" y="223789"/>
                    <a:pt x="321289" y="207694"/>
                  </a:cubicBezTo>
                  <a:lnTo>
                    <a:pt x="321677" y="206252"/>
                  </a:lnTo>
                  <a:cubicBezTo>
                    <a:pt x="323100" y="201671"/>
                    <a:pt x="320549" y="196799"/>
                    <a:pt x="315984" y="195368"/>
                  </a:cubicBezTo>
                  <a:cubicBezTo>
                    <a:pt x="311399" y="193937"/>
                    <a:pt x="306519" y="196490"/>
                    <a:pt x="305096" y="201071"/>
                  </a:cubicBezTo>
                  <a:cubicBezTo>
                    <a:pt x="305022" y="201292"/>
                    <a:pt x="304966" y="201516"/>
                    <a:pt x="304911" y="201742"/>
                  </a:cubicBezTo>
                  <a:cubicBezTo>
                    <a:pt x="302194" y="211786"/>
                    <a:pt x="298423" y="221515"/>
                    <a:pt x="293653" y="230763"/>
                  </a:cubicBezTo>
                  <a:lnTo>
                    <a:pt x="293653" y="230763"/>
                  </a:lnTo>
                  <a:cubicBezTo>
                    <a:pt x="293395" y="231262"/>
                    <a:pt x="293117" y="231761"/>
                    <a:pt x="292859" y="232279"/>
                  </a:cubicBezTo>
                  <a:cubicBezTo>
                    <a:pt x="281583" y="253740"/>
                    <a:pt x="265112" y="272041"/>
                    <a:pt x="244927" y="285479"/>
                  </a:cubicBezTo>
                  <a:cubicBezTo>
                    <a:pt x="233946" y="292781"/>
                    <a:pt x="222042" y="298585"/>
                    <a:pt x="209509" y="302708"/>
                  </a:cubicBezTo>
                  <a:lnTo>
                    <a:pt x="209195" y="302708"/>
                  </a:lnTo>
                  <a:lnTo>
                    <a:pt x="208252" y="303022"/>
                  </a:lnTo>
                  <a:cubicBezTo>
                    <a:pt x="171319" y="314945"/>
                    <a:pt x="131150" y="311617"/>
                    <a:pt x="96694" y="293779"/>
                  </a:cubicBezTo>
                  <a:cubicBezTo>
                    <a:pt x="92258" y="291487"/>
                    <a:pt x="87932" y="288973"/>
                    <a:pt x="83754" y="286237"/>
                  </a:cubicBezTo>
                  <a:cubicBezTo>
                    <a:pt x="16098" y="242115"/>
                    <a:pt x="-2978" y="151499"/>
                    <a:pt x="41127" y="83841"/>
                  </a:cubicBezTo>
                  <a:cubicBezTo>
                    <a:pt x="82109" y="21019"/>
                    <a:pt x="163943" y="-634"/>
                    <a:pt x="230619" y="33711"/>
                  </a:cubicBezTo>
                  <a:cubicBezTo>
                    <a:pt x="235056" y="35946"/>
                    <a:pt x="239381" y="38414"/>
                    <a:pt x="243559" y="41105"/>
                  </a:cubicBezTo>
                  <a:cubicBezTo>
                    <a:pt x="261489" y="52777"/>
                    <a:pt x="276647" y="68251"/>
                    <a:pt x="287923" y="86431"/>
                  </a:cubicBezTo>
                  <a:cubicBezTo>
                    <a:pt x="288589" y="87516"/>
                    <a:pt x="289494" y="88439"/>
                    <a:pt x="290567" y="89130"/>
                  </a:cubicBezTo>
                  <a:cubicBezTo>
                    <a:pt x="294559" y="91760"/>
                    <a:pt x="299938" y="90647"/>
                    <a:pt x="302582" y="86647"/>
                  </a:cubicBezTo>
                  <a:cubicBezTo>
                    <a:pt x="304430" y="83813"/>
                    <a:pt x="304467" y="80153"/>
                    <a:pt x="302674" y="77281"/>
                  </a:cubicBezTo>
                  <a:cubicBezTo>
                    <a:pt x="290030" y="56927"/>
                    <a:pt x="273061" y="39603"/>
                    <a:pt x="252968" y="26539"/>
                  </a:cubicBezTo>
                  <a:cubicBezTo>
                    <a:pt x="248309" y="23520"/>
                    <a:pt x="243522" y="20738"/>
                    <a:pt x="238586" y="18202"/>
                  </a:cubicBezTo>
                  <a:cubicBezTo>
                    <a:pt x="158250" y="-23184"/>
                    <a:pt x="59576" y="8390"/>
                    <a:pt x="18187" y="88727"/>
                  </a:cubicBezTo>
                  <a:cubicBezTo>
                    <a:pt x="-20243" y="163322"/>
                    <a:pt x="3991" y="254905"/>
                    <a:pt x="74271" y="300730"/>
                  </a:cubicBezTo>
                  <a:cubicBezTo>
                    <a:pt x="78948" y="303761"/>
                    <a:pt x="83810" y="306571"/>
                    <a:pt x="88838" y="309178"/>
                  </a:cubicBezTo>
                  <a:cubicBezTo>
                    <a:pt x="163425" y="347442"/>
                    <a:pt x="254853" y="323245"/>
                    <a:pt x="300752" y="253112"/>
                  </a:cubicBezTo>
                  <a:close/>
                </a:path>
              </a:pathLst>
            </a:custGeom>
            <a:solidFill>
              <a:srgbClr val="FFFFFF">
                <a:alpha val="56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0144235-851D-539C-DAFA-8910384E5C93}"/>
                </a:ext>
              </a:extLst>
            </p:cNvPr>
            <p:cNvSpPr/>
            <p:nvPr/>
          </p:nvSpPr>
          <p:spPr>
            <a:xfrm>
              <a:off x="6634713" y="2440431"/>
              <a:ext cx="302990" cy="258385"/>
            </a:xfrm>
            <a:custGeom>
              <a:avLst/>
              <a:gdLst>
                <a:gd name="connsiteX0" fmla="*/ 252582 w 302990"/>
                <a:gd name="connsiteY0" fmla="*/ 0 h 258385"/>
                <a:gd name="connsiteX1" fmla="*/ 0 w 302990"/>
                <a:gd name="connsiteY1" fmla="*/ 258386 h 258385"/>
                <a:gd name="connsiteX2" fmla="*/ 302991 w 302990"/>
                <a:gd name="connsiteY2" fmla="*/ 177458 h 258385"/>
                <a:gd name="connsiteX3" fmla="*/ 252582 w 302990"/>
                <a:gd name="connsiteY3" fmla="*/ 0 h 258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990" h="258385">
                  <a:moveTo>
                    <a:pt x="252582" y="0"/>
                  </a:moveTo>
                  <a:lnTo>
                    <a:pt x="0" y="258386"/>
                  </a:lnTo>
                  <a:lnTo>
                    <a:pt x="302991" y="177458"/>
                  </a:lnTo>
                  <a:lnTo>
                    <a:pt x="252582" y="0"/>
                  </a:lnTo>
                  <a:close/>
                </a:path>
              </a:pathLst>
            </a:custGeom>
            <a:solidFill>
              <a:srgbClr val="EAD8B1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A7839C2-DD91-366D-96E3-0CE557F58836}"/>
                </a:ext>
              </a:extLst>
            </p:cNvPr>
            <p:cNvSpPr/>
            <p:nvPr/>
          </p:nvSpPr>
          <p:spPr>
            <a:xfrm>
              <a:off x="6887295" y="1803302"/>
              <a:ext cx="1583070" cy="813808"/>
            </a:xfrm>
            <a:custGeom>
              <a:avLst/>
              <a:gdLst>
                <a:gd name="connsiteX0" fmla="*/ 1502974 w 1583070"/>
                <a:gd name="connsiteY0" fmla="*/ 744084 h 813808"/>
                <a:gd name="connsiteX1" fmla="*/ 67729 w 1583070"/>
                <a:gd name="connsiteY1" fmla="*/ 813736 h 813808"/>
                <a:gd name="connsiteX2" fmla="*/ 74 w 1583070"/>
                <a:gd name="connsiteY2" fmla="*/ 752143 h 813808"/>
                <a:gd name="connsiteX3" fmla="*/ 0 w 1583070"/>
                <a:gd name="connsiteY3" fmla="*/ 749223 h 813808"/>
                <a:gd name="connsiteX4" fmla="*/ 0 w 1583070"/>
                <a:gd name="connsiteY4" fmla="*/ 158751 h 813808"/>
                <a:gd name="connsiteX5" fmla="*/ 115126 w 1583070"/>
                <a:gd name="connsiteY5" fmla="*/ 40020 h 813808"/>
                <a:gd name="connsiteX6" fmla="*/ 1408663 w 1583070"/>
                <a:gd name="connsiteY6" fmla="*/ 0 h 813808"/>
                <a:gd name="connsiteX7" fmla="*/ 1583070 w 1583070"/>
                <a:gd name="connsiteY7" fmla="*/ 174408 h 813808"/>
                <a:gd name="connsiteX8" fmla="*/ 1583070 w 1583070"/>
                <a:gd name="connsiteY8" fmla="*/ 660013 h 813808"/>
                <a:gd name="connsiteX9" fmla="*/ 1502974 w 1583070"/>
                <a:gd name="connsiteY9" fmla="*/ 744084 h 813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3070" h="813808">
                  <a:moveTo>
                    <a:pt x="1502974" y="744084"/>
                  </a:moveTo>
                  <a:lnTo>
                    <a:pt x="67729" y="813736"/>
                  </a:lnTo>
                  <a:cubicBezTo>
                    <a:pt x="32035" y="815418"/>
                    <a:pt x="1737" y="787838"/>
                    <a:pt x="74" y="752143"/>
                  </a:cubicBezTo>
                  <a:cubicBezTo>
                    <a:pt x="19" y="751164"/>
                    <a:pt x="0" y="750202"/>
                    <a:pt x="0" y="749223"/>
                  </a:cubicBezTo>
                  <a:lnTo>
                    <a:pt x="0" y="158751"/>
                  </a:lnTo>
                  <a:cubicBezTo>
                    <a:pt x="0" y="94570"/>
                    <a:pt x="50982" y="42008"/>
                    <a:pt x="115126" y="40020"/>
                  </a:cubicBezTo>
                  <a:lnTo>
                    <a:pt x="1408663" y="0"/>
                  </a:lnTo>
                  <a:cubicBezTo>
                    <a:pt x="1504989" y="0"/>
                    <a:pt x="1583070" y="78081"/>
                    <a:pt x="1583070" y="174408"/>
                  </a:cubicBezTo>
                  <a:lnTo>
                    <a:pt x="1583070" y="660013"/>
                  </a:lnTo>
                  <a:cubicBezTo>
                    <a:pt x="1583070" y="704914"/>
                    <a:pt x="1547819" y="741921"/>
                    <a:pt x="1502974" y="744084"/>
                  </a:cubicBezTo>
                  <a:close/>
                </a:path>
              </a:pathLst>
            </a:custGeom>
            <a:solidFill>
              <a:srgbClr val="3A6D8C"/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262DBA5-7A9A-4BC3-AA11-7F9357805915}"/>
                </a:ext>
              </a:extLst>
            </p:cNvPr>
            <p:cNvSpPr/>
            <p:nvPr/>
          </p:nvSpPr>
          <p:spPr>
            <a:xfrm>
              <a:off x="6909347" y="1819236"/>
              <a:ext cx="1538983" cy="774085"/>
            </a:xfrm>
            <a:custGeom>
              <a:avLst/>
              <a:gdLst>
                <a:gd name="connsiteX0" fmla="*/ 88599 w 1538983"/>
                <a:gd name="connsiteY0" fmla="*/ 774085 h 774085"/>
                <a:gd name="connsiteX1" fmla="*/ 0 w 1538983"/>
                <a:gd name="connsiteY1" fmla="*/ 685357 h 774085"/>
                <a:gd name="connsiteX2" fmla="*/ 0 w 1538983"/>
                <a:gd name="connsiteY2" fmla="*/ 153131 h 774085"/>
                <a:gd name="connsiteX3" fmla="*/ 114479 w 1538983"/>
                <a:gd name="connsiteY3" fmla="*/ 37821 h 774085"/>
                <a:gd name="connsiteX4" fmla="*/ 1366905 w 1538983"/>
                <a:gd name="connsiteY4" fmla="*/ 0 h 774085"/>
                <a:gd name="connsiteX5" fmla="*/ 1538983 w 1538983"/>
                <a:gd name="connsiteY5" fmla="*/ 167919 h 774085"/>
                <a:gd name="connsiteX6" fmla="*/ 1538983 w 1538983"/>
                <a:gd name="connsiteY6" fmla="*/ 626740 h 774085"/>
                <a:gd name="connsiteX7" fmla="*/ 1458462 w 1538983"/>
                <a:gd name="connsiteY7" fmla="*/ 709276 h 774085"/>
                <a:gd name="connsiteX8" fmla="*/ 92925 w 1538983"/>
                <a:gd name="connsiteY8" fmla="*/ 773974 h 774085"/>
                <a:gd name="connsiteX9" fmla="*/ 88599 w 1538983"/>
                <a:gd name="connsiteY9" fmla="*/ 774085 h 774085"/>
                <a:gd name="connsiteX10" fmla="*/ 1366997 w 1538983"/>
                <a:gd name="connsiteY10" fmla="*/ 6267 h 774085"/>
                <a:gd name="connsiteX11" fmla="*/ 114608 w 1538983"/>
                <a:gd name="connsiteY11" fmla="*/ 44069 h 774085"/>
                <a:gd name="connsiteX12" fmla="*/ 6156 w 1538983"/>
                <a:gd name="connsiteY12" fmla="*/ 153131 h 774085"/>
                <a:gd name="connsiteX13" fmla="*/ 6156 w 1538983"/>
                <a:gd name="connsiteY13" fmla="*/ 685320 h 774085"/>
                <a:gd name="connsiteX14" fmla="*/ 88710 w 1538983"/>
                <a:gd name="connsiteY14" fmla="*/ 767837 h 774085"/>
                <a:gd name="connsiteX15" fmla="*/ 92592 w 1538983"/>
                <a:gd name="connsiteY15" fmla="*/ 767745 h 774085"/>
                <a:gd name="connsiteX16" fmla="*/ 1458111 w 1538983"/>
                <a:gd name="connsiteY16" fmla="*/ 703047 h 774085"/>
                <a:gd name="connsiteX17" fmla="*/ 1458258 w 1538983"/>
                <a:gd name="connsiteY17" fmla="*/ 706152 h 774085"/>
                <a:gd name="connsiteX18" fmla="*/ 1458111 w 1538983"/>
                <a:gd name="connsiteY18" fmla="*/ 703047 h 774085"/>
                <a:gd name="connsiteX19" fmla="*/ 1532698 w 1538983"/>
                <a:gd name="connsiteY19" fmla="*/ 626721 h 774085"/>
                <a:gd name="connsiteX20" fmla="*/ 1532698 w 1538983"/>
                <a:gd name="connsiteY20" fmla="*/ 167919 h 774085"/>
                <a:gd name="connsiteX21" fmla="*/ 1366997 w 1538983"/>
                <a:gd name="connsiteY21" fmla="*/ 6267 h 774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38983" h="774085">
                  <a:moveTo>
                    <a:pt x="88599" y="774085"/>
                  </a:moveTo>
                  <a:cubicBezTo>
                    <a:pt x="39651" y="774011"/>
                    <a:pt x="0" y="734305"/>
                    <a:pt x="0" y="685357"/>
                  </a:cubicBezTo>
                  <a:lnTo>
                    <a:pt x="0" y="153131"/>
                  </a:lnTo>
                  <a:cubicBezTo>
                    <a:pt x="0" y="90411"/>
                    <a:pt x="50280" y="39762"/>
                    <a:pt x="114479" y="37821"/>
                  </a:cubicBezTo>
                  <a:lnTo>
                    <a:pt x="1366905" y="0"/>
                  </a:lnTo>
                  <a:cubicBezTo>
                    <a:pt x="1461826" y="0"/>
                    <a:pt x="1538983" y="75327"/>
                    <a:pt x="1538983" y="167919"/>
                  </a:cubicBezTo>
                  <a:lnTo>
                    <a:pt x="1538983" y="626740"/>
                  </a:lnTo>
                  <a:cubicBezTo>
                    <a:pt x="1538983" y="670882"/>
                    <a:pt x="1503621" y="707150"/>
                    <a:pt x="1458462" y="709276"/>
                  </a:cubicBezTo>
                  <a:lnTo>
                    <a:pt x="92925" y="773974"/>
                  </a:lnTo>
                  <a:cubicBezTo>
                    <a:pt x="91483" y="774048"/>
                    <a:pt x="90041" y="774085"/>
                    <a:pt x="88599" y="774085"/>
                  </a:cubicBezTo>
                  <a:close/>
                  <a:moveTo>
                    <a:pt x="1366997" y="6267"/>
                  </a:moveTo>
                  <a:lnTo>
                    <a:pt x="114608" y="44069"/>
                  </a:lnTo>
                  <a:cubicBezTo>
                    <a:pt x="53792" y="45917"/>
                    <a:pt x="6156" y="93812"/>
                    <a:pt x="6156" y="153131"/>
                  </a:cubicBezTo>
                  <a:lnTo>
                    <a:pt x="6156" y="685320"/>
                  </a:lnTo>
                  <a:cubicBezTo>
                    <a:pt x="6174" y="730904"/>
                    <a:pt x="43126" y="767856"/>
                    <a:pt x="88710" y="767837"/>
                  </a:cubicBezTo>
                  <a:cubicBezTo>
                    <a:pt x="90004" y="767837"/>
                    <a:pt x="91298" y="767800"/>
                    <a:pt x="92592" y="767745"/>
                  </a:cubicBezTo>
                  <a:lnTo>
                    <a:pt x="1458111" y="703047"/>
                  </a:lnTo>
                  <a:lnTo>
                    <a:pt x="1458258" y="706152"/>
                  </a:lnTo>
                  <a:lnTo>
                    <a:pt x="1458111" y="703047"/>
                  </a:lnTo>
                  <a:cubicBezTo>
                    <a:pt x="1499943" y="701069"/>
                    <a:pt x="1532698" y="667537"/>
                    <a:pt x="1532698" y="626721"/>
                  </a:cubicBezTo>
                  <a:lnTo>
                    <a:pt x="1532698" y="167919"/>
                  </a:lnTo>
                  <a:cubicBezTo>
                    <a:pt x="1532754" y="78802"/>
                    <a:pt x="1458480" y="6267"/>
                    <a:pt x="1366997" y="6267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AE3567D-9008-EBD7-6F26-1BF3B800636A}"/>
                </a:ext>
              </a:extLst>
            </p:cNvPr>
            <p:cNvSpPr/>
            <p:nvPr/>
          </p:nvSpPr>
          <p:spPr>
            <a:xfrm>
              <a:off x="7104724" y="1933141"/>
              <a:ext cx="1188767" cy="84569"/>
            </a:xfrm>
            <a:custGeom>
              <a:avLst/>
              <a:gdLst>
                <a:gd name="connsiteX0" fmla="*/ 1167443 w 1188767"/>
                <a:gd name="connsiteY0" fmla="*/ 19 h 84569"/>
                <a:gd name="connsiteX1" fmla="*/ 19790 w 1188767"/>
                <a:gd name="connsiteY1" fmla="*/ 42923 h 84569"/>
                <a:gd name="connsiteX2" fmla="*/ 11 w 1188767"/>
                <a:gd name="connsiteY2" fmla="*/ 59560 h 84569"/>
                <a:gd name="connsiteX3" fmla="*/ 455 w 1188767"/>
                <a:gd name="connsiteY3" fmla="*/ 69634 h 84569"/>
                <a:gd name="connsiteX4" fmla="*/ 21269 w 1188767"/>
                <a:gd name="connsiteY4" fmla="*/ 84552 h 84569"/>
                <a:gd name="connsiteX5" fmla="*/ 1168958 w 1188767"/>
                <a:gd name="connsiteY5" fmla="*/ 42646 h 84569"/>
                <a:gd name="connsiteX6" fmla="*/ 1188756 w 1188767"/>
                <a:gd name="connsiteY6" fmla="*/ 26009 h 84569"/>
                <a:gd name="connsiteX7" fmla="*/ 1188275 w 1188767"/>
                <a:gd name="connsiteY7" fmla="*/ 14918 h 84569"/>
                <a:gd name="connsiteX8" fmla="*/ 1167443 w 1188767"/>
                <a:gd name="connsiteY8" fmla="*/ 19 h 8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767" h="84569">
                  <a:moveTo>
                    <a:pt x="1167443" y="19"/>
                  </a:moveTo>
                  <a:lnTo>
                    <a:pt x="19790" y="42923"/>
                  </a:lnTo>
                  <a:cubicBezTo>
                    <a:pt x="8515" y="43348"/>
                    <a:pt x="-358" y="50817"/>
                    <a:pt x="11" y="59560"/>
                  </a:cubicBezTo>
                  <a:lnTo>
                    <a:pt x="455" y="69634"/>
                  </a:lnTo>
                  <a:cubicBezTo>
                    <a:pt x="824" y="78304"/>
                    <a:pt x="10104" y="84959"/>
                    <a:pt x="21269" y="84552"/>
                  </a:cubicBezTo>
                  <a:lnTo>
                    <a:pt x="1168958" y="42646"/>
                  </a:lnTo>
                  <a:cubicBezTo>
                    <a:pt x="1180234" y="42221"/>
                    <a:pt x="1189126" y="34753"/>
                    <a:pt x="1188756" y="26009"/>
                  </a:cubicBezTo>
                  <a:lnTo>
                    <a:pt x="1188275" y="14918"/>
                  </a:lnTo>
                  <a:cubicBezTo>
                    <a:pt x="1187906" y="6249"/>
                    <a:pt x="1178589" y="-406"/>
                    <a:pt x="1167443" y="19"/>
                  </a:cubicBezTo>
                  <a:close/>
                </a:path>
              </a:pathLst>
            </a:custGeom>
            <a:solidFill>
              <a:srgbClr val="FFFFFF">
                <a:alpha val="94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D52969A-F08B-4E64-4486-ED7E0273652E}"/>
                </a:ext>
              </a:extLst>
            </p:cNvPr>
            <p:cNvSpPr/>
            <p:nvPr/>
          </p:nvSpPr>
          <p:spPr>
            <a:xfrm>
              <a:off x="7002038" y="2223742"/>
              <a:ext cx="1188787" cy="85885"/>
            </a:xfrm>
            <a:custGeom>
              <a:avLst/>
              <a:gdLst>
                <a:gd name="connsiteX0" fmla="*/ 1167425 w 1188787"/>
                <a:gd name="connsiteY0" fmla="*/ 24 h 85885"/>
                <a:gd name="connsiteX1" fmla="*/ 19755 w 1188787"/>
                <a:gd name="connsiteY1" fmla="*/ 42743 h 85885"/>
                <a:gd name="connsiteX2" fmla="*/ 12 w 1188787"/>
                <a:gd name="connsiteY2" fmla="*/ 59953 h 85885"/>
                <a:gd name="connsiteX3" fmla="*/ 474 w 1188787"/>
                <a:gd name="connsiteY3" fmla="*/ 70397 h 85885"/>
                <a:gd name="connsiteX4" fmla="*/ 21307 w 1188787"/>
                <a:gd name="connsiteY4" fmla="*/ 85869 h 85885"/>
                <a:gd name="connsiteX5" fmla="*/ 1169015 w 1188787"/>
                <a:gd name="connsiteY5" fmla="*/ 44222 h 85885"/>
                <a:gd name="connsiteX6" fmla="*/ 1188776 w 1188787"/>
                <a:gd name="connsiteY6" fmla="*/ 27012 h 85885"/>
                <a:gd name="connsiteX7" fmla="*/ 1188276 w 1188787"/>
                <a:gd name="connsiteY7" fmla="*/ 15477 h 85885"/>
                <a:gd name="connsiteX8" fmla="*/ 1167425 w 1188787"/>
                <a:gd name="connsiteY8" fmla="*/ 24 h 85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787" h="85885">
                  <a:moveTo>
                    <a:pt x="1167425" y="24"/>
                  </a:moveTo>
                  <a:lnTo>
                    <a:pt x="19755" y="42743"/>
                  </a:lnTo>
                  <a:cubicBezTo>
                    <a:pt x="8497" y="43168"/>
                    <a:pt x="-376" y="50895"/>
                    <a:pt x="12" y="59953"/>
                  </a:cubicBezTo>
                  <a:lnTo>
                    <a:pt x="474" y="70397"/>
                  </a:lnTo>
                  <a:cubicBezTo>
                    <a:pt x="844" y="79381"/>
                    <a:pt x="10142" y="86276"/>
                    <a:pt x="21307" y="85869"/>
                  </a:cubicBezTo>
                  <a:lnTo>
                    <a:pt x="1169015" y="44222"/>
                  </a:lnTo>
                  <a:cubicBezTo>
                    <a:pt x="1180291" y="43815"/>
                    <a:pt x="1189164" y="36088"/>
                    <a:pt x="1188776" y="27012"/>
                  </a:cubicBezTo>
                  <a:lnTo>
                    <a:pt x="1188276" y="15477"/>
                  </a:lnTo>
                  <a:cubicBezTo>
                    <a:pt x="1187888" y="6456"/>
                    <a:pt x="1178572" y="-457"/>
                    <a:pt x="1167425" y="24"/>
                  </a:cubicBezTo>
                  <a:close/>
                </a:path>
              </a:pathLst>
            </a:custGeom>
            <a:solidFill>
              <a:srgbClr val="FFFFFF">
                <a:alpha val="94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A7E5982-EA82-CCE8-BB59-38F950D60AA3}"/>
                </a:ext>
              </a:extLst>
            </p:cNvPr>
            <p:cNvSpPr/>
            <p:nvPr/>
          </p:nvSpPr>
          <p:spPr>
            <a:xfrm>
              <a:off x="7002058" y="2345227"/>
              <a:ext cx="1325239" cy="91898"/>
            </a:xfrm>
            <a:custGeom>
              <a:avLst/>
              <a:gdLst>
                <a:gd name="connsiteX0" fmla="*/ 1301478 w 1325239"/>
                <a:gd name="connsiteY0" fmla="*/ 24 h 91898"/>
                <a:gd name="connsiteX1" fmla="*/ 22083 w 1325239"/>
                <a:gd name="connsiteY1" fmla="*/ 48325 h 91898"/>
                <a:gd name="connsiteX2" fmla="*/ 11 w 1325239"/>
                <a:gd name="connsiteY2" fmla="*/ 65794 h 91898"/>
                <a:gd name="connsiteX3" fmla="*/ 455 w 1325239"/>
                <a:gd name="connsiteY3" fmla="*/ 76349 h 91898"/>
                <a:gd name="connsiteX4" fmla="*/ 23617 w 1325239"/>
                <a:gd name="connsiteY4" fmla="*/ 91877 h 91898"/>
                <a:gd name="connsiteX5" fmla="*/ 1303050 w 1325239"/>
                <a:gd name="connsiteY5" fmla="*/ 44665 h 91898"/>
                <a:gd name="connsiteX6" fmla="*/ 1325232 w 1325239"/>
                <a:gd name="connsiteY6" fmla="*/ 27197 h 91898"/>
                <a:gd name="connsiteX7" fmla="*/ 1324733 w 1325239"/>
                <a:gd name="connsiteY7" fmla="*/ 15551 h 91898"/>
                <a:gd name="connsiteX8" fmla="*/ 1301478 w 1325239"/>
                <a:gd name="connsiteY8" fmla="*/ 24 h 91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5239" h="91898">
                  <a:moveTo>
                    <a:pt x="1301478" y="24"/>
                  </a:moveTo>
                  <a:lnTo>
                    <a:pt x="22083" y="48325"/>
                  </a:lnTo>
                  <a:cubicBezTo>
                    <a:pt x="9531" y="48787"/>
                    <a:pt x="-377" y="56644"/>
                    <a:pt x="11" y="65794"/>
                  </a:cubicBezTo>
                  <a:lnTo>
                    <a:pt x="455" y="76349"/>
                  </a:lnTo>
                  <a:cubicBezTo>
                    <a:pt x="843" y="85407"/>
                    <a:pt x="11176" y="92339"/>
                    <a:pt x="23617" y="91877"/>
                  </a:cubicBezTo>
                  <a:lnTo>
                    <a:pt x="1303050" y="44665"/>
                  </a:lnTo>
                  <a:cubicBezTo>
                    <a:pt x="1315620" y="44203"/>
                    <a:pt x="1325546" y="36347"/>
                    <a:pt x="1325232" y="27197"/>
                  </a:cubicBezTo>
                  <a:lnTo>
                    <a:pt x="1324733" y="15551"/>
                  </a:lnTo>
                  <a:cubicBezTo>
                    <a:pt x="1324271" y="6475"/>
                    <a:pt x="1314011" y="-457"/>
                    <a:pt x="1301478" y="24"/>
                  </a:cubicBezTo>
                  <a:close/>
                </a:path>
              </a:pathLst>
            </a:custGeom>
            <a:solidFill>
              <a:srgbClr val="FFFFFF">
                <a:alpha val="94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05F3F03-DD8C-94DE-E9AA-4C5672EE8F24}"/>
                </a:ext>
              </a:extLst>
            </p:cNvPr>
            <p:cNvSpPr/>
            <p:nvPr/>
          </p:nvSpPr>
          <p:spPr>
            <a:xfrm>
              <a:off x="7007152" y="2104460"/>
              <a:ext cx="648349" cy="66626"/>
            </a:xfrm>
            <a:custGeom>
              <a:avLst/>
              <a:gdLst>
                <a:gd name="connsiteX0" fmla="*/ 635780 w 648349"/>
                <a:gd name="connsiteY0" fmla="*/ 3 h 66626"/>
                <a:gd name="connsiteX1" fmla="*/ 10260 w 648349"/>
                <a:gd name="connsiteY1" fmla="*/ 18230 h 66626"/>
                <a:gd name="connsiteX2" fmla="*/ 37 w 648349"/>
                <a:gd name="connsiteY2" fmla="*/ 37011 h 66626"/>
                <a:gd name="connsiteX3" fmla="*/ 610 w 648349"/>
                <a:gd name="connsiteY3" fmla="*/ 48749 h 66626"/>
                <a:gd name="connsiteX4" fmla="*/ 12496 w 648349"/>
                <a:gd name="connsiteY4" fmla="*/ 66624 h 66626"/>
                <a:gd name="connsiteX5" fmla="*/ 638072 w 648349"/>
                <a:gd name="connsiteY5" fmla="*/ 49599 h 66626"/>
                <a:gd name="connsiteX6" fmla="*/ 648312 w 648349"/>
                <a:gd name="connsiteY6" fmla="*/ 30818 h 66626"/>
                <a:gd name="connsiteX7" fmla="*/ 647666 w 648349"/>
                <a:gd name="connsiteY7" fmla="*/ 17878 h 66626"/>
                <a:gd name="connsiteX8" fmla="*/ 635780 w 648349"/>
                <a:gd name="connsiteY8" fmla="*/ 3 h 6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8349" h="66626">
                  <a:moveTo>
                    <a:pt x="635780" y="3"/>
                  </a:moveTo>
                  <a:lnTo>
                    <a:pt x="10260" y="18230"/>
                  </a:lnTo>
                  <a:cubicBezTo>
                    <a:pt x="4122" y="18415"/>
                    <a:pt x="-462" y="26844"/>
                    <a:pt x="37" y="37011"/>
                  </a:cubicBezTo>
                  <a:lnTo>
                    <a:pt x="610" y="48749"/>
                  </a:lnTo>
                  <a:cubicBezTo>
                    <a:pt x="1109" y="58805"/>
                    <a:pt x="6414" y="66790"/>
                    <a:pt x="12496" y="66624"/>
                  </a:cubicBezTo>
                  <a:lnTo>
                    <a:pt x="638072" y="49599"/>
                  </a:lnTo>
                  <a:cubicBezTo>
                    <a:pt x="644209" y="49432"/>
                    <a:pt x="648811" y="41003"/>
                    <a:pt x="648312" y="30818"/>
                  </a:cubicBezTo>
                  <a:lnTo>
                    <a:pt x="647666" y="17878"/>
                  </a:lnTo>
                  <a:cubicBezTo>
                    <a:pt x="647148" y="7804"/>
                    <a:pt x="641861" y="-182"/>
                    <a:pt x="635780" y="3"/>
                  </a:cubicBezTo>
                  <a:close/>
                </a:path>
              </a:pathLst>
            </a:custGeom>
            <a:solidFill>
              <a:srgbClr val="FFFFFF">
                <a:alpha val="94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8A709CA-245D-E87D-1979-9859EFE01A4A}"/>
                </a:ext>
              </a:extLst>
            </p:cNvPr>
            <p:cNvSpPr/>
            <p:nvPr/>
          </p:nvSpPr>
          <p:spPr>
            <a:xfrm>
              <a:off x="7731270" y="2082833"/>
              <a:ext cx="612954" cy="65349"/>
            </a:xfrm>
            <a:custGeom>
              <a:avLst/>
              <a:gdLst>
                <a:gd name="connsiteX0" fmla="*/ 600900 w 612954"/>
                <a:gd name="connsiteY0" fmla="*/ 3 h 65349"/>
                <a:gd name="connsiteX1" fmla="*/ 9670 w 612954"/>
                <a:gd name="connsiteY1" fmla="*/ 16954 h 65349"/>
                <a:gd name="connsiteX2" fmla="*/ 39 w 612954"/>
                <a:gd name="connsiteY2" fmla="*/ 35716 h 65349"/>
                <a:gd name="connsiteX3" fmla="*/ 631 w 612954"/>
                <a:gd name="connsiteY3" fmla="*/ 47436 h 65349"/>
                <a:gd name="connsiteX4" fmla="*/ 11907 w 612954"/>
                <a:gd name="connsiteY4" fmla="*/ 65348 h 65349"/>
                <a:gd name="connsiteX5" fmla="*/ 603285 w 612954"/>
                <a:gd name="connsiteY5" fmla="*/ 49617 h 65349"/>
                <a:gd name="connsiteX6" fmla="*/ 612915 w 612954"/>
                <a:gd name="connsiteY6" fmla="*/ 30854 h 65349"/>
                <a:gd name="connsiteX7" fmla="*/ 612269 w 612954"/>
                <a:gd name="connsiteY7" fmla="*/ 17915 h 65349"/>
                <a:gd name="connsiteX8" fmla="*/ 600900 w 612954"/>
                <a:gd name="connsiteY8" fmla="*/ 3 h 65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954" h="65349">
                  <a:moveTo>
                    <a:pt x="600900" y="3"/>
                  </a:moveTo>
                  <a:lnTo>
                    <a:pt x="9670" y="16954"/>
                  </a:lnTo>
                  <a:cubicBezTo>
                    <a:pt x="3866" y="17120"/>
                    <a:pt x="-460" y="25530"/>
                    <a:pt x="39" y="35716"/>
                  </a:cubicBezTo>
                  <a:lnTo>
                    <a:pt x="631" y="47436"/>
                  </a:lnTo>
                  <a:cubicBezTo>
                    <a:pt x="1130" y="57510"/>
                    <a:pt x="6176" y="65495"/>
                    <a:pt x="11907" y="65348"/>
                  </a:cubicBezTo>
                  <a:lnTo>
                    <a:pt x="603285" y="49617"/>
                  </a:lnTo>
                  <a:cubicBezTo>
                    <a:pt x="609089" y="49450"/>
                    <a:pt x="613414" y="41040"/>
                    <a:pt x="612915" y="30854"/>
                  </a:cubicBezTo>
                  <a:lnTo>
                    <a:pt x="612269" y="17915"/>
                  </a:lnTo>
                  <a:cubicBezTo>
                    <a:pt x="611695" y="7840"/>
                    <a:pt x="606649" y="-164"/>
                    <a:pt x="600900" y="3"/>
                  </a:cubicBezTo>
                  <a:close/>
                </a:path>
              </a:pathLst>
            </a:custGeom>
            <a:solidFill>
              <a:srgbClr val="FFFFFF">
                <a:alpha val="94000"/>
              </a:srgbClr>
            </a:solidFill>
            <a:ln w="1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5A42E626-95DF-25EE-7AB3-FBDAEF249090}"/>
              </a:ext>
            </a:extLst>
          </p:cNvPr>
          <p:cNvSpPr txBox="1"/>
          <p:nvPr/>
        </p:nvSpPr>
        <p:spPr>
          <a:xfrm>
            <a:off x="7232233" y="2374322"/>
            <a:ext cx="4353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Georgia" panose="02040502050405020303" pitchFamily="18" charset="0"/>
                <a:ea typeface="Cambria" panose="02040503050406030204" pitchFamily="18" charset="0"/>
                <a:cs typeface="+mj-cs"/>
              </a:rPr>
              <a:t>Questions</a:t>
            </a:r>
            <a:endParaRPr lang="en-IN" sz="4000" dirty="0">
              <a:latin typeface="Georgia" panose="02040502050405020303" pitchFamily="18" charset="0"/>
              <a:ea typeface="Cambria" panose="02040503050406030204" pitchFamily="18" charset="0"/>
              <a:cs typeface="+mj-cs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7EC63DE-86F5-BAA5-98C8-0AA3FDD61309}"/>
              </a:ext>
            </a:extLst>
          </p:cNvPr>
          <p:cNvGrpSpPr/>
          <p:nvPr/>
        </p:nvGrpSpPr>
        <p:grpSpPr>
          <a:xfrm>
            <a:off x="7353617" y="3803756"/>
            <a:ext cx="3131492" cy="50800"/>
            <a:chOff x="3238695" y="2102217"/>
            <a:chExt cx="5043300" cy="50800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5E65F69-5375-CC4A-FA31-C2E693ED1412}"/>
                </a:ext>
              </a:extLst>
            </p:cNvPr>
            <p:cNvCxnSpPr>
              <a:cxnSpLocks/>
            </p:cNvCxnSpPr>
            <p:nvPr/>
          </p:nvCxnSpPr>
          <p:spPr>
            <a:xfrm>
              <a:off x="3238695" y="2102217"/>
              <a:ext cx="5043300" cy="88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C0BD880-259A-7E5A-1A97-318425F82648}"/>
                </a:ext>
              </a:extLst>
            </p:cNvPr>
            <p:cNvCxnSpPr>
              <a:cxnSpLocks/>
            </p:cNvCxnSpPr>
            <p:nvPr/>
          </p:nvCxnSpPr>
          <p:spPr>
            <a:xfrm>
              <a:off x="3238695" y="2153017"/>
              <a:ext cx="416508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8A98E10-EB74-E2F2-BBCD-DBCFD86B78FC}"/>
              </a:ext>
            </a:extLst>
          </p:cNvPr>
          <p:cNvSpPr txBox="1"/>
          <p:nvPr/>
        </p:nvSpPr>
        <p:spPr>
          <a:xfrm>
            <a:off x="66928" y="6483554"/>
            <a:ext cx="969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linkClick r:id="rId2"/>
              </a:rPr>
              <a:t>Slideegg</a:t>
            </a:r>
            <a:endParaRPr lang="en-US" dirty="0"/>
          </a:p>
        </p:txBody>
      </p:sp>
      <p:sp>
        <p:nvSpPr>
          <p:cNvPr id="4" name="Google Shape;829;p33">
            <a:extLst>
              <a:ext uri="{FF2B5EF4-FFF2-40B4-BE49-F238E27FC236}">
                <a16:creationId xmlns:a16="http://schemas.microsoft.com/office/drawing/2014/main" id="{14DA70A7-E1CC-D19E-70CF-F06A29D32A2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</a:p>
        </p:txBody>
      </p:sp>
    </p:spTree>
    <p:extLst>
      <p:ext uri="{BB962C8B-B14F-4D97-AF65-F5344CB8AC3E}">
        <p14:creationId xmlns:p14="http://schemas.microsoft.com/office/powerpoint/2010/main" val="3255338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5404-99FA-59DB-C00C-EBD4E6B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9DA295-F027-169E-E5BB-4440F9E7F8F1}"/>
              </a:ext>
            </a:extLst>
          </p:cNvPr>
          <p:cNvSpPr txBox="1"/>
          <p:nvPr/>
        </p:nvSpPr>
        <p:spPr>
          <a:xfrm>
            <a:off x="2711116" y="25056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Arial Narrow"/>
                <a:ea typeface="+mn-ea"/>
                <a:cs typeface="+mn-cs"/>
              </a:rPr>
              <a:t>Thank You!</a:t>
            </a:r>
          </a:p>
        </p:txBody>
      </p:sp>
      <p:sp>
        <p:nvSpPr>
          <p:cNvPr id="5" name="Google Shape;829;p33">
            <a:extLst>
              <a:ext uri="{FF2B5EF4-FFF2-40B4-BE49-F238E27FC236}">
                <a16:creationId xmlns:a16="http://schemas.microsoft.com/office/drawing/2014/main" id="{9F5BF9CC-58A8-0618-ADB5-ACC41C3FCF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793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133" dirty="0">
                <a:solidFill>
                  <a:schemeClr val="bg1"/>
                </a:solidFill>
              </a:rPr>
              <a:t>Advanced Biostatistics (Project)</a:t>
            </a:r>
          </a:p>
        </p:txBody>
      </p:sp>
    </p:spTree>
    <p:extLst>
      <p:ext uri="{BB962C8B-B14F-4D97-AF65-F5344CB8AC3E}">
        <p14:creationId xmlns:p14="http://schemas.microsoft.com/office/powerpoint/2010/main" val="2808009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5590</TotalTime>
  <Words>410</Words>
  <Application>Microsoft Office PowerPoint</Application>
  <PresentationFormat>Widescreen</PresentationFormat>
  <Paragraphs>64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Arial Narrow</vt:lpstr>
      <vt:lpstr>Calibri</vt:lpstr>
      <vt:lpstr>Calibri Light</vt:lpstr>
      <vt:lpstr>Georgia</vt:lpstr>
      <vt:lpstr>Office Theme</vt:lpstr>
      <vt:lpstr>PowerPoint Presentation</vt:lpstr>
      <vt:lpstr>Outline</vt:lpstr>
      <vt:lpstr>Advanced Biostatistics (Project)</vt:lpstr>
      <vt:lpstr>Advanced Biostatistics (Project)</vt:lpstr>
      <vt:lpstr>Advanced Biostatistics (Project)</vt:lpstr>
      <vt:lpstr>Advanced Biostatistics (Project)</vt:lpstr>
      <vt:lpstr>Advanced Biostatistics (Project)</vt:lpstr>
      <vt:lpstr>Advanced Biostatistics (Project)</vt:lpstr>
      <vt:lpstr>Advanced Biostatistics (Project)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Heba Magdy</dc:creator>
  <cp:lastModifiedBy>Heba Magdy</cp:lastModifiedBy>
  <cp:revision>33</cp:revision>
  <dcterms:created xsi:type="dcterms:W3CDTF">2026-02-02T20:21:35Z</dcterms:created>
  <dcterms:modified xsi:type="dcterms:W3CDTF">2026-06-04T20:04:58Z</dcterms:modified>
</cp:coreProperties>
</file>